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5413083021c47b6" /><Relationship Type="http://schemas.openxmlformats.org/officeDocument/2006/relationships/extended-properties" Target="/docProps/app.xml" Id="Rbc803434275843db" /><Relationship Type="http://schemas.openxmlformats.org/officeDocument/2006/relationships/officeDocument" Target="/ppt/presentation.xml" Id="R7246aeec7031410f" /></Relationships>
</file>

<file path=ppt/presentation.xml><?xml version="1.0" encoding="utf-8"?>
<p:presentation xmlns:p="http://schemas.openxmlformats.org/presentationml/2006/main">
  <p:sldMasterIdLst>
    <p:sldMasterId xmlns:r="http://schemas.openxmlformats.org/officeDocument/2006/relationships" id="2147483648" r:id="R1116dcea29ab48be"/>
  </p:sldMasterIdLst>
  <p:notesMasterIdLst>
    <p:notesMasterId xmlns:r="http://schemas.openxmlformats.org/officeDocument/2006/relationships" r:id="R5c5261138efe419c"/>
  </p:notesMasterIdLst>
  <p:sldIdLst>
    <p:sldId xmlns:r="http://schemas.openxmlformats.org/officeDocument/2006/relationships" id="256" r:id="R269be97ff16b4554"/>
    <p:sldId xmlns:r="http://schemas.openxmlformats.org/officeDocument/2006/relationships" id="257" r:id="Ree1add809aef494b"/>
    <p:sldId xmlns:r="http://schemas.openxmlformats.org/officeDocument/2006/relationships" id="258" r:id="R911f5c1ab32b4e48"/>
    <p:sldId xmlns:r="http://schemas.openxmlformats.org/officeDocument/2006/relationships" id="259" r:id="R6a60dfba65284600"/>
    <p:sldId xmlns:r="http://schemas.openxmlformats.org/officeDocument/2006/relationships" id="260" r:id="Rcb51e867633a4cd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525bad012034dba" /><Relationship Type="http://schemas.openxmlformats.org/officeDocument/2006/relationships/slideMaster" Target="/ppt/slideMasters/slideMaster1.xml" Id="R1116dcea29ab48be" /><Relationship Type="http://schemas.openxmlformats.org/officeDocument/2006/relationships/notesMaster" Target="/ppt/notesMasters/notesMaster1.xml" Id="R5c5261138efe419c" /><Relationship Type="http://schemas.openxmlformats.org/officeDocument/2006/relationships/presProps" Target="/ppt/presProps.xml" Id="R409058d48f7447b0" /><Relationship Type="http://schemas.openxmlformats.org/officeDocument/2006/relationships/tableStyles" Target="/ppt/tableStyles.xml" Id="R257818c05a284fe6" /><Relationship Type="http://schemas.openxmlformats.org/officeDocument/2006/relationships/slide" Target="/ppt/slides/slide1.xml" Id="R269be97ff16b4554" /><Relationship Type="http://schemas.openxmlformats.org/officeDocument/2006/relationships/slide" Target="/ppt/slides/slide2.xml" Id="Ree1add809aef494b" /><Relationship Type="http://schemas.openxmlformats.org/officeDocument/2006/relationships/slide" Target="/ppt/slides/slide3.xml" Id="R911f5c1ab32b4e48" /><Relationship Type="http://schemas.openxmlformats.org/officeDocument/2006/relationships/slide" Target="/ppt/slides/slide4.xml" Id="R6a60dfba65284600" /><Relationship Type="http://schemas.openxmlformats.org/officeDocument/2006/relationships/slide" Target="/ppt/slides/slide5.xml" Id="Rcb51e867633a4cd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4dcc2c86395420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87b256b4edb4115" /><Relationship Type="http://schemas.openxmlformats.org/officeDocument/2006/relationships/notesMaster" Target="/ppt/notesMasters/notesMaster1.xml" Id="R0dcd7a10034b4dd9" /></Relationships>
</file>

<file path=ppt/notesSlides/_rels/notesSlide2.xml.rels>&#65279;<?xml version="1.0" encoding="utf-8"?><Relationships xmlns="http://schemas.openxmlformats.org/package/2006/relationships"><Relationship Type="http://schemas.openxmlformats.org/officeDocument/2006/relationships/slide" Target="/ppt/slides/slide2.xml" Id="R875ed6786e384c14" /><Relationship Type="http://schemas.openxmlformats.org/officeDocument/2006/relationships/notesMaster" Target="/ppt/notesMasters/notesMaster1.xml" Id="Rfe553894ae2a437d" /></Relationships>
</file>

<file path=ppt/notesSlides/_rels/notesSlide3.xml.rels>&#65279;<?xml version="1.0" encoding="utf-8"?><Relationships xmlns="http://schemas.openxmlformats.org/package/2006/relationships"><Relationship Type="http://schemas.openxmlformats.org/officeDocument/2006/relationships/slide" Target="/ppt/slides/slide3.xml" Id="Raa2ee62562244e56" /><Relationship Type="http://schemas.openxmlformats.org/officeDocument/2006/relationships/notesMaster" Target="/ppt/notesMasters/notesMaster1.xml" Id="R78ee4917b715463b" /></Relationships>
</file>

<file path=ppt/notesSlides/_rels/notesSlide4.xml.rels>&#65279;<?xml version="1.0" encoding="utf-8"?><Relationships xmlns="http://schemas.openxmlformats.org/package/2006/relationships"><Relationship Type="http://schemas.openxmlformats.org/officeDocument/2006/relationships/slide" Target="/ppt/slides/slide4.xml" Id="R9d9e66eeb96d41ac" /><Relationship Type="http://schemas.openxmlformats.org/officeDocument/2006/relationships/notesMaster" Target="/ppt/notesMasters/notesMaster1.xml" Id="Rbc9326974d7e40ac" /></Relationships>
</file>

<file path=ppt/notesSlides/_rels/notesSlide5.xml.rels>&#65279;<?xml version="1.0" encoding="utf-8"?><Relationships xmlns="http://schemas.openxmlformats.org/package/2006/relationships"><Relationship Type="http://schemas.openxmlformats.org/officeDocument/2006/relationships/slide" Target="/ppt/slides/slide5.xml" Id="Rf875c8627c8b4761" /><Relationship Type="http://schemas.openxmlformats.org/officeDocument/2006/relationships/notesMaster" Target="/ppt/notesMasters/notesMaster1.xml" Id="Rcce8639e4627451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project simulates a stopwatch on the course S2 CPU. The goal is to demonstrate how timer and button interrupts control elapsed time and lap recording. S2 assembly owns the stopwatch logic. Python runs the simulator and provides its input and display. The timer shown on this cover is the initial display, not a captured test result.</a:t>
            </a:r>
          </a:p>
          <a:p xmlns:a="http://schemas.openxmlformats.org/drawingml/2006/main">
            <a:r>
              <a:t/>
            </a:r>
          </a:p>
          <a:p xmlns:a="http://schemas.openxmlformats.org/drawingml/2006/main">
            <a:r>
              <a:t>Project sources:</a:t>
            </a:r>
          </a:p>
          <a:p xmlns:a="http://schemas.openxmlformats.org/drawingml/2006/main">
            <a:r>
              <a:t>D:\CEDT\Hardware-Design-and-Implementation\mid-project\stopwatch\README.md</a:t>
            </a:r>
          </a:p>
          <a:p xmlns:a="http://schemas.openxmlformats.org/drawingml/2006/main">
            <a:r>
              <a:t>D:\CEDT\Hardware-Design-and-Implementation\mid-project\stopwatch\stopwatch.txt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can click the buttons or use S, L, and R while the simulator window has focus. A lap saves both the cumulative elapsed time and the duration since the previous lap. Timing continues after a lap. A lap request while paused is ignored. Pausing preserves time and previous laps, and paused time is excluded after resuming. Records remain in simulated RAM until reset or closing the window.</a:t>
            </a:r>
          </a:p>
          <a:p xmlns:a="http://schemas.openxmlformats.org/drawingml/2006/main">
            <a:r>
              <a:t/>
            </a:r>
          </a:p>
          <a:p xmlns:a="http://schemas.openxmlformats.org/drawingml/2006/main">
            <a:r>
              <a:t>Project sources:</a:t>
            </a:r>
          </a:p>
          <a:p xmlns:a="http://schemas.openxmlformats.org/drawingml/2006/main">
            <a:r>
              <a:t>D:\CEDT\Hardware-Design-and-Implementation\mid-project\stopwatch\README.md</a:t>
            </a:r>
          </a:p>
          <a:p xmlns:a="http://schemas.openxmlformats.org/drawingml/2006/main">
            <a:r>
              <a:t>D:\CEDT\Hardware-Design-and-Implementation\mid-project\stopwatch\simulator.py</a:t>
            </a:r>
          </a:p>
          <a:p xmlns:a="http://schemas.openxmlformats.org/drawingml/2006/main">
            <a:r>
              <a:t>D:\CEDT\Hardware-Design-and-Implementation\mid-project\stopwatch\stopwatch.txt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plan from left to right. Timer0 raises IRQ0 every 1,000 simulated CPU cycles. The INT0 assembly handler adds a tick only while running. Python buttons write a command to mailbox address 1104 and request IRQ2. The INT2 assembly handler changes running state, saves laps, or resets memory. The window reads RAM and formats it. The diagram groups RAM by purpose, not separate physical memories. Button reset also clears elapsed ticks. Each ISR saves and restores r0-r15 and returns with RETI. IRQ0 has priority when both requests are pending. These interrupts belong to the simulated CPU, not a physical microcontroller.</a:t>
            </a:r>
          </a:p>
          <a:p xmlns:a="http://schemas.openxmlformats.org/drawingml/2006/main">
            <a:r>
              <a:t/>
            </a:r>
          </a:p>
          <a:p xmlns:a="http://schemas.openxmlformats.org/drawingml/2006/main">
            <a:r>
              <a:t>Project sources:</a:t>
            </a:r>
          </a:p>
          <a:p xmlns:a="http://schemas.openxmlformats.org/drawingml/2006/main">
            <a:r>
              <a:t>D:\CEDT\Hardware-Design-and-Implementation\mid-project\stopwatch\README.md</a:t>
            </a:r>
          </a:p>
          <a:p xmlns:a="http://schemas.openxmlformats.org/drawingml/2006/main">
            <a:r>
              <a:t>D:\CEDT\Hardware-Design-and-Implementation\mid-project\stopwatch\stopwatch.txt</a:t>
            </a:r>
          </a:p>
          <a:p xmlns:a="http://schemas.openxmlformats.org/drawingml/2006/main">
            <a:r>
              <a:t>D:\CEDT\Hardware-Design-and-Implementation\mid-project\stopwatch\simulator.py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initialize r29 to 3000, install the timer ISR at vector 1000 and button ISR at vector 1002, initialize state, and enable IRQ0 and IRQ2. The main loop counts normal execution passes and waits with WFI. The timer ISR checks the running flag. The button ISR dispatches command 1 for toggle, 2 for lap, and 3 for reset. A lap writes the cumulative timestamp to addresses 1200-1209 and its duration to 1220-1229. trap r29 #15 saves r0-r15, trap r29 #16 restores them, and RETI returns to the interrupted program. Example lap timestamps of 00:03.20 and 00:07.85 give a second lap duration of 00:04.65. The listed commands are the project workflow. Do not describe the tests as passed unless you have just run them.</a:t>
            </a:r>
          </a:p>
          <a:p xmlns:a="http://schemas.openxmlformats.org/drawingml/2006/main">
            <a:r>
              <a:t/>
            </a:r>
          </a:p>
          <a:p xmlns:a="http://schemas.openxmlformats.org/drawingml/2006/main">
            <a:r>
              <a:t>Project sources:</a:t>
            </a:r>
          </a:p>
          <a:p xmlns:a="http://schemas.openxmlformats.org/drawingml/2006/main">
            <a:r>
              <a:t>D:\CEDT\Hardware-Design-and-Implementation\mid-project\stopwatch\stopwatch.txt</a:t>
            </a:r>
          </a:p>
          <a:p xmlns:a="http://schemas.openxmlformats.org/drawingml/2006/main">
            <a:r>
              <a:t>D:\CEDT\Hardware-Design-and-Implementation\mid-project\stopwatch\README.md</a:t>
            </a:r>
          </a:p>
          <a:p xmlns:a="http://schemas.openxmlformats.org/drawingml/2006/main">
            <a:r>
              <a:t>D:\CEDT\Hardware-Design-and-Implementation\mid-project\stopwatch\PRESENTATION.md</a:t>
            </a:r>
          </a:p>
          <a:p xmlns:a="http://schemas.openxmlformats.org/drawingml/2006/main">
            <a:r>
              <a:t>D:\CEDT\Hardware-Design-and-Implementation\mid-project\stopwatch\test_stopwatch.py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course monitor blocks when reading input and limits each run. The Python adapter replaces that interaction while retaining the original CPU decoder, timer, and interrupt dispatcher. Memory holds ten lap records. An eleventh request produces a full-memory message without overwriting earlier records, and timing continues. The displayed tick is 0.01 seconds, but it represents simulated CPU cycles. Host scheduling or heavy load can introduce lag. Present this as a demonstration of interrupts rather than a calibrated stopwatch. These are documented design constraints and handling choices, not claims about newly measured failures. End by demonstrating Start, Lap, Pause, Resume, and Reset.</a:t>
            </a:r>
          </a:p>
          <a:p xmlns:a="http://schemas.openxmlformats.org/drawingml/2006/main">
            <a:r>
              <a:t/>
            </a:r>
          </a:p>
          <a:p xmlns:a="http://schemas.openxmlformats.org/drawingml/2006/main">
            <a:r>
              <a:t>Project sources:</a:t>
            </a:r>
          </a:p>
          <a:p xmlns:a="http://schemas.openxmlformats.org/drawingml/2006/main">
            <a:r>
              <a:t>D:\CEDT\Hardware-Design-and-Implementation\mid-project\stopwatch\README.md</a:t>
            </a:r>
          </a:p>
          <a:p xmlns:a="http://schemas.openxmlformats.org/drawingml/2006/main">
            <a:r>
              <a:t>D:\CEDT\Hardware-Design-and-Implementation\mid-project\stopwatch\PRESENTATION.md</a:t>
            </a:r>
          </a:p>
          <a:p xmlns:a="http://schemas.openxmlformats.org/drawingml/2006/main">
            <a:r>
              <a:t>D:\CEDT\Hardware-Design-and-Implementation\mid-project\stopwatch\simulator.py</a:t>
            </a:r>
          </a:p>
          <a:p xmlns:a="http://schemas.openxmlformats.org/drawingml/2006/main">
            <a:r>
              <a:t>D:\CEDT\Hardware-Design-and-Implementation\mid-project\stopwatch\stopwatch.txt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8f2c4ca072e474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7489af28d8f48b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a2b71b2c9f04f2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8c592defad6446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12ea64298b54c9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e3d8ad3966b494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0B71CB-F674-4D4F-9D13-8606C69568D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A3D391D-8A46-4C9C-896D-50889CF3E95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1CE5B12-9642-45E9-BF5B-CAC31DDE358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5233619-3738-477B-AAD3-1DA7C213977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D9BD8E1-BB02-4898-80E7-9FE0E23873C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44FEC47-84E3-4B98-8220-16797455AE8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8C65A1F-F469-4418-A26D-C04A5A22184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FE387A4-0076-40B9-A3A0-738AEF9AA7C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C05F068-1D78-416D-8879-33917763687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190CD2F-A1E4-463E-9FF6-E0F9C159464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ef6c9e5b9d24dcb" /><Relationship Type="http://schemas.openxmlformats.org/officeDocument/2006/relationships/slideLayout" Target="/ppt/slideLayouts/slideLayout1.xml" Id="R32b936fd57244a55" /><Relationship Type="http://schemas.openxmlformats.org/officeDocument/2006/relationships/slideLayout" Target="/ppt/slideLayouts/slideLayout2.xml" Id="Re9b3874fbd114f62" /><Relationship Type="http://schemas.openxmlformats.org/officeDocument/2006/relationships/slideLayout" Target="/ppt/slideLayouts/slideLayout3.xml" Id="R65873c58e39943fb" /><Relationship Type="http://schemas.openxmlformats.org/officeDocument/2006/relationships/slideLayout" Target="/ppt/slideLayouts/slideLayout4.xml" Id="Rcedc6721ed51449f" /><Relationship Type="http://schemas.openxmlformats.org/officeDocument/2006/relationships/slideLayout" Target="/ppt/slideLayouts/slideLayout5.xml" Id="R8dd7641add25413e" /><Relationship Type="http://schemas.openxmlformats.org/officeDocument/2006/relationships/slideLayout" Target="/ppt/slideLayouts/slideLayout6.xml" Id="R5944c247b7cc4ff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2b936fd57244a55"/>
    <p:sldLayoutId xmlns:r="http://schemas.openxmlformats.org/officeDocument/2006/relationships" id="2147483650" r:id="Re9b3874fbd114f62"/>
    <p:sldLayoutId xmlns:r="http://schemas.openxmlformats.org/officeDocument/2006/relationships" id="2147483651" r:id="R65873c58e39943fb"/>
    <p:sldLayoutId xmlns:r="http://schemas.openxmlformats.org/officeDocument/2006/relationships" id="2147483652" r:id="Rcedc6721ed51449f"/>
    <p:sldLayoutId xmlns:r="http://schemas.openxmlformats.org/officeDocument/2006/relationships" id="2147483653" r:id="R8dd7641add25413e"/>
    <p:sldLayoutId xmlns:r="http://schemas.openxmlformats.org/officeDocument/2006/relationships" id="2147483654" r:id="R5944c247b7cc4ff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38c8c166fae4d56" /><Relationship Type="http://schemas.openxmlformats.org/officeDocument/2006/relationships/notesSlide" Target="/ppt/notesSlides/notesSlide1.xml" Id="R89c6186658e44d8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859fc335ba54c18" /><Relationship Type="http://schemas.openxmlformats.org/officeDocument/2006/relationships/notesSlide" Target="/ppt/notesSlides/notesSlide2.xml" Id="R6825d00157cd471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728cdbacf024a88" /><Relationship Type="http://schemas.openxmlformats.org/officeDocument/2006/relationships/notesSlide" Target="/ppt/notesSlides/notesSlide3.xml" Id="R1b3586948df040b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6d141a0caee462e" /><Relationship Type="http://schemas.openxmlformats.org/officeDocument/2006/relationships/notesSlide" Target="/ppt/notesSlides/notesSlide4.xml" Id="R47b3dba29e7449d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09210f10b9b4c81" /><Relationship Type="http://schemas.openxmlformats.org/officeDocument/2006/relationships/notesSlide" Target="/ppt/notesSlides/notesSlide5.xml" Id="R7f65f0289c884cfc" /></Relationships>
</file>

<file path=ppt/slides/slide1.xml><?xml version="1.0" encoding="utf-8"?>
<p:sld xmlns:p="http://schemas.openxmlformats.org/presentationml/2006/main">
  <p:cSld>
    <p:bg>
      <p:bgPr>
        <a:solidFill xmlns:a="http://schemas.openxmlformats.org/drawingml/2006/main">
          <a:srgbClr val="13263A"/>
        </a:solidFill>
      </p:bgPr>
    </p:bg>
    <p:spTree>
      <p:nvGrpSpPr>
        <p:cNvPr id="1" name=""/>
        <p:cNvGrpSpPr/>
        <p:nvPr/>
      </p:nvGrpSpPr>
      <p:grpSpPr>
        <a:xfrm xmlns:a="http://schemas.openxmlformats.org/drawingml/2006/main"/>
      </p:grpSpPr>
      <p:sp>
        <p:nvSpPr>
          <p:cNvPr id="5" name="Simple Stopwatch&#10;Simulator">
            <a:extLst xmlns:a="http://schemas.openxmlformats.org/drawingml/2006/main">
              <a:ext uri="{FF2B5EF4-FFF2-40B4-BE49-F238E27FC236}">
                <a16:creationId xmlns:a16="http://schemas.microsoft.com/office/drawing/2014/main" id="{F713DA6A-9383-4482-8BEB-95851B9F9F74}"/>
              </a:ext>
            </a:extLst>
          </p:cNvPr>
          <p:cNvSpPr>
            <a:spLocks xmlns:a="http://schemas.openxmlformats.org/drawingml/2006/main" noGrp="1"/>
          </p:cNvSpPr>
          <p:nvPr/>
        </p:nvSpPr>
        <p:spPr>
          <a:xfrm xmlns:a="http://schemas.openxmlformats.org/drawingml/2006/main">
            <a:off x="685800" y="1143000"/>
            <a:ext cx="104775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5700" b="1">
                <a:solidFill>
                  <a:srgbClr val="FFFFFF"/>
                </a:solidFill>
                <a:latin typeface="Arial"/>
                <a:ea typeface="Arial"/>
                <a:cs typeface="Arial"/>
              </a:defRPr>
            </a:defPPr>
            <a:lvl1pPr algn="l">
              <a:defRPr sz="5700" b="1">
                <a:solidFill>
                  <a:srgbClr val="FFFFFF"/>
                </a:solidFill>
                <a:latin typeface="Arial"/>
                <a:ea typeface="Arial"/>
                <a:cs typeface="Arial"/>
              </a:defRPr>
            </a:lvl1pPr>
            <a:lvl2pPr algn="l">
              <a:defRPr sz="5700" b="1">
                <a:solidFill>
                  <a:srgbClr val="FFFFFF"/>
                </a:solidFill>
                <a:latin typeface="Arial"/>
                <a:ea typeface="Arial"/>
                <a:cs typeface="Arial"/>
              </a:defRPr>
            </a:lvl2pPr>
            <a:lvl3pPr algn="l">
              <a:defRPr sz="5700" b="1">
                <a:solidFill>
                  <a:srgbClr val="FFFFFF"/>
                </a:solidFill>
                <a:latin typeface="Arial"/>
                <a:ea typeface="Arial"/>
                <a:cs typeface="Arial"/>
              </a:defRPr>
            </a:lvl3pPr>
            <a:lvl4pPr algn="l">
              <a:defRPr sz="5700" b="1">
                <a:solidFill>
                  <a:srgbClr val="FFFFFF"/>
                </a:solidFill>
                <a:latin typeface="Arial"/>
                <a:ea typeface="Arial"/>
                <a:cs typeface="Arial"/>
              </a:defRPr>
            </a:lvl4pPr>
            <a:lvl5pPr algn="l">
              <a:defRPr sz="5700" b="1">
                <a:solidFill>
                  <a:srgbClr val="FFFFFF"/>
                </a:solidFill>
                <a:latin typeface="Arial"/>
                <a:ea typeface="Arial"/>
                <a:cs typeface="Arial"/>
              </a:defRPr>
            </a:lvl5pPr>
            <a:lvl6pPr algn="l">
              <a:defRPr sz="5700" b="1">
                <a:solidFill>
                  <a:srgbClr val="FFFFFF"/>
                </a:solidFill>
                <a:latin typeface="Arial"/>
                <a:ea typeface="Arial"/>
                <a:cs typeface="Arial"/>
              </a:defRPr>
            </a:lvl6pPr>
            <a:lvl7pPr algn="l">
              <a:defRPr sz="5700" b="1">
                <a:solidFill>
                  <a:srgbClr val="FFFFFF"/>
                </a:solidFill>
                <a:latin typeface="Arial"/>
                <a:ea typeface="Arial"/>
                <a:cs typeface="Arial"/>
              </a:defRPr>
            </a:lvl7pPr>
            <a:lvl8pPr algn="l">
              <a:defRPr sz="5700" b="1">
                <a:solidFill>
                  <a:srgbClr val="FFFFFF"/>
                </a:solidFill>
                <a:latin typeface="Arial"/>
                <a:ea typeface="Arial"/>
                <a:cs typeface="Arial"/>
              </a:defRPr>
            </a:lvl8pPr>
            <a:lvl9pPr algn="l">
              <a:defRPr sz="5700" b="1">
                <a:solidFill>
                  <a:srgbClr val="FFFFFF"/>
                </a:solidFill>
                <a:latin typeface="Arial"/>
                <a:ea typeface="Arial"/>
                <a:cs typeface="Arial"/>
              </a:defRPr>
            </a:lvl9pPr>
          </a:lstStyle>
          <a:p xmlns:a="http://schemas.openxmlformats.org/drawingml/2006/main">
            <a:pPr algn="l">
              <a:defRPr sz="5700" b="1">
                <a:solidFill>
                  <a:srgbClr val="FFFFFF"/>
                </a:solidFill>
                <a:latin typeface="Arial"/>
                <a:ea typeface="Arial"/>
                <a:cs typeface="Arial"/>
              </a:defRPr>
            </a:pPr>
            <a:r>
              <a:rPr sz="5700" b="1">
                <a:solidFill>
                  <a:srgbClr val="FFFFFF"/>
                </a:solidFill>
                <a:latin typeface="Arial"/>
                <a:ea typeface="Arial"/>
                <a:cs typeface="Arial"/>
              </a:rPr>
              <a:t>Simple Stopwatch</a:t>
            </a:r>
          </a:p>
          <a:p xmlns:a="http://schemas.openxmlformats.org/drawingml/2006/main">
            <a:pPr algn="l">
              <a:defRPr sz="5700" b="1">
                <a:solidFill>
                  <a:srgbClr val="FFFFFF"/>
                </a:solidFill>
                <a:latin typeface="Arial"/>
                <a:ea typeface="Arial"/>
                <a:cs typeface="Arial"/>
              </a:defRPr>
            </a:pPr>
            <a:r>
              <a:rPr sz="5700" b="1">
                <a:solidFill>
                  <a:srgbClr val="FFFFFF"/>
                </a:solidFill>
                <a:latin typeface="Arial"/>
                <a:ea typeface="Arial"/>
                <a:cs typeface="Arial"/>
              </a:rPr>
              <a:t>Simulator</a:t>
            </a:r>
          </a:p>
        </p:txBody>
      </p:sp>
      <p:sp>
        <p:nvSpPr>
          <p:cNvPr id="2" name="Interrupt-driven timing with S2 assembly">
            <a:extLst xmlns:a="http://schemas.openxmlformats.org/drawingml/2006/main">
              <a:ext uri="{FF2B5EF4-FFF2-40B4-BE49-F238E27FC236}">
                <a16:creationId xmlns:a16="http://schemas.microsoft.com/office/drawing/2014/main" id="{C77012B4-56EE-484C-9CEB-3196D4F18686}"/>
              </a:ext>
            </a:extLst>
          </p:cNvPr>
          <p:cNvSpPr>
            <a:spLocks xmlns:a="http://schemas.openxmlformats.org/drawingml/2006/main" noGrp="1"/>
          </p:cNvSpPr>
          <p:nvPr/>
        </p:nvSpPr>
        <p:spPr>
          <a:xfrm xmlns:a="http://schemas.openxmlformats.org/drawingml/2006/main">
            <a:off x="723900" y="3238500"/>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0">
                <a:solidFill>
                  <a:srgbClr val="64DFD2"/>
                </a:solidFill>
                <a:latin typeface="Arial"/>
                <a:ea typeface="Arial"/>
                <a:cs typeface="Arial"/>
              </a:defRPr>
            </a:defPPr>
            <a:lvl1pPr algn="l">
              <a:defRPr sz="2250" b="0">
                <a:solidFill>
                  <a:srgbClr val="64DFD2"/>
                </a:solidFill>
                <a:latin typeface="Arial"/>
                <a:ea typeface="Arial"/>
                <a:cs typeface="Arial"/>
              </a:defRPr>
            </a:lvl1pPr>
            <a:lvl2pPr algn="l">
              <a:defRPr sz="2250" b="0">
                <a:solidFill>
                  <a:srgbClr val="64DFD2"/>
                </a:solidFill>
                <a:latin typeface="Arial"/>
                <a:ea typeface="Arial"/>
                <a:cs typeface="Arial"/>
              </a:defRPr>
            </a:lvl2pPr>
            <a:lvl3pPr algn="l">
              <a:defRPr sz="2250" b="0">
                <a:solidFill>
                  <a:srgbClr val="64DFD2"/>
                </a:solidFill>
                <a:latin typeface="Arial"/>
                <a:ea typeface="Arial"/>
                <a:cs typeface="Arial"/>
              </a:defRPr>
            </a:lvl3pPr>
            <a:lvl4pPr algn="l">
              <a:defRPr sz="2250" b="0">
                <a:solidFill>
                  <a:srgbClr val="64DFD2"/>
                </a:solidFill>
                <a:latin typeface="Arial"/>
                <a:ea typeface="Arial"/>
                <a:cs typeface="Arial"/>
              </a:defRPr>
            </a:lvl4pPr>
            <a:lvl5pPr algn="l">
              <a:defRPr sz="2250" b="0">
                <a:solidFill>
                  <a:srgbClr val="64DFD2"/>
                </a:solidFill>
                <a:latin typeface="Arial"/>
                <a:ea typeface="Arial"/>
                <a:cs typeface="Arial"/>
              </a:defRPr>
            </a:lvl5pPr>
            <a:lvl6pPr algn="l">
              <a:defRPr sz="2250" b="0">
                <a:solidFill>
                  <a:srgbClr val="64DFD2"/>
                </a:solidFill>
                <a:latin typeface="Arial"/>
                <a:ea typeface="Arial"/>
                <a:cs typeface="Arial"/>
              </a:defRPr>
            </a:lvl6pPr>
            <a:lvl7pPr algn="l">
              <a:defRPr sz="2250" b="0">
                <a:solidFill>
                  <a:srgbClr val="64DFD2"/>
                </a:solidFill>
                <a:latin typeface="Arial"/>
                <a:ea typeface="Arial"/>
                <a:cs typeface="Arial"/>
              </a:defRPr>
            </a:lvl7pPr>
            <a:lvl8pPr algn="l">
              <a:defRPr sz="2250" b="0">
                <a:solidFill>
                  <a:srgbClr val="64DFD2"/>
                </a:solidFill>
                <a:latin typeface="Arial"/>
                <a:ea typeface="Arial"/>
                <a:cs typeface="Arial"/>
              </a:defRPr>
            </a:lvl8pPr>
            <a:lvl9pPr algn="l">
              <a:defRPr sz="2250" b="0">
                <a:solidFill>
                  <a:srgbClr val="64DFD2"/>
                </a:solidFill>
                <a:latin typeface="Arial"/>
                <a:ea typeface="Arial"/>
                <a:cs typeface="Arial"/>
              </a:defRPr>
            </a:lvl9pPr>
          </a:lstStyle>
          <a:p xmlns:a="http://schemas.openxmlformats.org/drawingml/2006/main">
            <a:pPr algn="l">
              <a:defRPr sz="2250" b="0">
                <a:solidFill>
                  <a:srgbClr val="64DFD2"/>
                </a:solidFill>
                <a:latin typeface="Arial"/>
                <a:ea typeface="Arial"/>
                <a:cs typeface="Arial"/>
              </a:defRPr>
            </a:pPr>
            <a:r>
              <a:rPr sz="2250" b="0">
                <a:solidFill>
                  <a:srgbClr val="64DFD2"/>
                </a:solidFill>
                <a:latin typeface="Arial"/>
                <a:ea typeface="Arial"/>
                <a:cs typeface="Arial"/>
              </a:rPr>
              <a:t>Interrupt-driven timing with S2 assembly</a:t>
            </a:r>
          </a:p>
        </p:txBody>
      </p:sp>
      <p:sp>
        <p:nvSpPr>
          <p:cNvPr id="3" name="00:00.00">
            <a:extLst xmlns:a="http://schemas.openxmlformats.org/drawingml/2006/main">
              <a:ext uri="{FF2B5EF4-FFF2-40B4-BE49-F238E27FC236}">
                <a16:creationId xmlns:a16="http://schemas.microsoft.com/office/drawing/2014/main" id="{C101A466-528F-4075-8B93-7005E706C2AF}"/>
              </a:ext>
            </a:extLst>
          </p:cNvPr>
          <p:cNvSpPr>
            <a:spLocks xmlns:a="http://schemas.openxmlformats.org/drawingml/2006/main" noGrp="1"/>
          </p:cNvSpPr>
          <p:nvPr/>
        </p:nvSpPr>
        <p:spPr>
          <a:xfrm xmlns:a="http://schemas.openxmlformats.org/drawingml/2006/main">
            <a:off x="685800" y="4267200"/>
            <a:ext cx="685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6900" b="0">
                <a:solidFill>
                  <a:srgbClr val="FFFFFF"/>
                </a:solidFill>
                <a:latin typeface="Arial"/>
                <a:ea typeface="Arial"/>
                <a:cs typeface="Arial"/>
              </a:defRPr>
            </a:defPPr>
            <a:lvl1pPr algn="l">
              <a:defRPr sz="6900" b="0">
                <a:solidFill>
                  <a:srgbClr val="FFFFFF"/>
                </a:solidFill>
                <a:latin typeface="Arial"/>
                <a:ea typeface="Arial"/>
                <a:cs typeface="Arial"/>
              </a:defRPr>
            </a:lvl1pPr>
            <a:lvl2pPr algn="l">
              <a:defRPr sz="6900" b="0">
                <a:solidFill>
                  <a:srgbClr val="FFFFFF"/>
                </a:solidFill>
                <a:latin typeface="Arial"/>
                <a:ea typeface="Arial"/>
                <a:cs typeface="Arial"/>
              </a:defRPr>
            </a:lvl2pPr>
            <a:lvl3pPr algn="l">
              <a:defRPr sz="6900" b="0">
                <a:solidFill>
                  <a:srgbClr val="FFFFFF"/>
                </a:solidFill>
                <a:latin typeface="Arial"/>
                <a:ea typeface="Arial"/>
                <a:cs typeface="Arial"/>
              </a:defRPr>
            </a:lvl3pPr>
            <a:lvl4pPr algn="l">
              <a:defRPr sz="6900" b="0">
                <a:solidFill>
                  <a:srgbClr val="FFFFFF"/>
                </a:solidFill>
                <a:latin typeface="Arial"/>
                <a:ea typeface="Arial"/>
                <a:cs typeface="Arial"/>
              </a:defRPr>
            </a:lvl4pPr>
            <a:lvl5pPr algn="l">
              <a:defRPr sz="6900" b="0">
                <a:solidFill>
                  <a:srgbClr val="FFFFFF"/>
                </a:solidFill>
                <a:latin typeface="Arial"/>
                <a:ea typeface="Arial"/>
                <a:cs typeface="Arial"/>
              </a:defRPr>
            </a:lvl5pPr>
            <a:lvl6pPr algn="l">
              <a:defRPr sz="6900" b="0">
                <a:solidFill>
                  <a:srgbClr val="FFFFFF"/>
                </a:solidFill>
                <a:latin typeface="Arial"/>
                <a:ea typeface="Arial"/>
                <a:cs typeface="Arial"/>
              </a:defRPr>
            </a:lvl6pPr>
            <a:lvl7pPr algn="l">
              <a:defRPr sz="6900" b="0">
                <a:solidFill>
                  <a:srgbClr val="FFFFFF"/>
                </a:solidFill>
                <a:latin typeface="Arial"/>
                <a:ea typeface="Arial"/>
                <a:cs typeface="Arial"/>
              </a:defRPr>
            </a:lvl7pPr>
            <a:lvl8pPr algn="l">
              <a:defRPr sz="6900" b="0">
                <a:solidFill>
                  <a:srgbClr val="FFFFFF"/>
                </a:solidFill>
                <a:latin typeface="Arial"/>
                <a:ea typeface="Arial"/>
                <a:cs typeface="Arial"/>
              </a:defRPr>
            </a:lvl8pPr>
            <a:lvl9pPr algn="l">
              <a:defRPr sz="6900" b="0">
                <a:solidFill>
                  <a:srgbClr val="FFFFFF"/>
                </a:solidFill>
                <a:latin typeface="Arial"/>
                <a:ea typeface="Arial"/>
                <a:cs typeface="Arial"/>
              </a:defRPr>
            </a:lvl9pPr>
          </a:lstStyle>
          <a:p xmlns:a="http://schemas.openxmlformats.org/drawingml/2006/main">
            <a:pPr algn="l">
              <a:defRPr sz="6900" b="0">
                <a:solidFill>
                  <a:srgbClr val="FFFFFF"/>
                </a:solidFill>
                <a:latin typeface="Arial"/>
                <a:ea typeface="Arial"/>
                <a:cs typeface="Arial"/>
              </a:defRPr>
            </a:pPr>
            <a:r>
              <a:rPr sz="6900" b="0">
                <a:solidFill>
                  <a:srgbClr val="FFFFFF"/>
                </a:solidFill>
                <a:latin typeface="Arial"/>
                <a:ea typeface="Arial"/>
                <a:cs typeface="Arial"/>
              </a:rPr>
              <a:t>00:00.00</a:t>
            </a:r>
          </a:p>
        </p:txBody>
      </p:sp>
      <p:sp>
        <p:nvSpPr>
          <p:cNvPr id="4" name="Hardware Design and Implementation">
            <a:extLst xmlns:a="http://schemas.openxmlformats.org/drawingml/2006/main">
              <a:ext uri="{FF2B5EF4-FFF2-40B4-BE49-F238E27FC236}">
                <a16:creationId xmlns:a16="http://schemas.microsoft.com/office/drawing/2014/main" id="{548B3269-D16D-466D-A0B0-2D66CED99C8E}"/>
              </a:ext>
            </a:extLst>
          </p:cNvPr>
          <p:cNvSpPr>
            <a:spLocks xmlns:a="http://schemas.openxmlformats.org/drawingml/2006/main" noGrp="1"/>
          </p:cNvSpPr>
          <p:nvPr/>
        </p:nvSpPr>
        <p:spPr>
          <a:xfrm xmlns:a="http://schemas.openxmlformats.org/drawingml/2006/main">
            <a:off x="723900" y="590550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B4C8D5"/>
                </a:solidFill>
                <a:latin typeface="Arial"/>
                <a:ea typeface="Arial"/>
                <a:cs typeface="Arial"/>
              </a:defRPr>
            </a:defPPr>
            <a:lvl1pPr algn="l">
              <a:defRPr sz="1650" b="0">
                <a:solidFill>
                  <a:srgbClr val="B4C8D5"/>
                </a:solidFill>
                <a:latin typeface="Arial"/>
                <a:ea typeface="Arial"/>
                <a:cs typeface="Arial"/>
              </a:defRPr>
            </a:lvl1pPr>
            <a:lvl2pPr algn="l">
              <a:defRPr sz="1650" b="0">
                <a:solidFill>
                  <a:srgbClr val="B4C8D5"/>
                </a:solidFill>
                <a:latin typeface="Arial"/>
                <a:ea typeface="Arial"/>
                <a:cs typeface="Arial"/>
              </a:defRPr>
            </a:lvl2pPr>
            <a:lvl3pPr algn="l">
              <a:defRPr sz="1650" b="0">
                <a:solidFill>
                  <a:srgbClr val="B4C8D5"/>
                </a:solidFill>
                <a:latin typeface="Arial"/>
                <a:ea typeface="Arial"/>
                <a:cs typeface="Arial"/>
              </a:defRPr>
            </a:lvl3pPr>
            <a:lvl4pPr algn="l">
              <a:defRPr sz="1650" b="0">
                <a:solidFill>
                  <a:srgbClr val="B4C8D5"/>
                </a:solidFill>
                <a:latin typeface="Arial"/>
                <a:ea typeface="Arial"/>
                <a:cs typeface="Arial"/>
              </a:defRPr>
            </a:lvl4pPr>
            <a:lvl5pPr algn="l">
              <a:defRPr sz="1650" b="0">
                <a:solidFill>
                  <a:srgbClr val="B4C8D5"/>
                </a:solidFill>
                <a:latin typeface="Arial"/>
                <a:ea typeface="Arial"/>
                <a:cs typeface="Arial"/>
              </a:defRPr>
            </a:lvl5pPr>
            <a:lvl6pPr algn="l">
              <a:defRPr sz="1650" b="0">
                <a:solidFill>
                  <a:srgbClr val="B4C8D5"/>
                </a:solidFill>
                <a:latin typeface="Arial"/>
                <a:ea typeface="Arial"/>
                <a:cs typeface="Arial"/>
              </a:defRPr>
            </a:lvl6pPr>
            <a:lvl7pPr algn="l">
              <a:defRPr sz="1650" b="0">
                <a:solidFill>
                  <a:srgbClr val="B4C8D5"/>
                </a:solidFill>
                <a:latin typeface="Arial"/>
                <a:ea typeface="Arial"/>
                <a:cs typeface="Arial"/>
              </a:defRPr>
            </a:lvl7pPr>
            <a:lvl8pPr algn="l">
              <a:defRPr sz="1650" b="0">
                <a:solidFill>
                  <a:srgbClr val="B4C8D5"/>
                </a:solidFill>
                <a:latin typeface="Arial"/>
                <a:ea typeface="Arial"/>
                <a:cs typeface="Arial"/>
              </a:defRPr>
            </a:lvl8pPr>
            <a:lvl9pPr algn="l">
              <a:defRPr sz="1650" b="0">
                <a:solidFill>
                  <a:srgbClr val="B4C8D5"/>
                </a:solidFill>
                <a:latin typeface="Arial"/>
                <a:ea typeface="Arial"/>
                <a:cs typeface="Arial"/>
              </a:defRPr>
            </a:lvl9pPr>
          </a:lstStyle>
          <a:p xmlns:a="http://schemas.openxmlformats.org/drawingml/2006/main">
            <a:pPr algn="l">
              <a:defRPr sz="1650" b="0">
                <a:solidFill>
                  <a:srgbClr val="B4C8D5"/>
                </a:solidFill>
                <a:latin typeface="Arial"/>
                <a:ea typeface="Arial"/>
                <a:cs typeface="Arial"/>
              </a:defRPr>
            </a:pPr>
            <a:r>
              <a:rPr sz="1650" b="0">
                <a:solidFill>
                  <a:srgbClr val="B4C8D5"/>
                </a:solidFill>
                <a:latin typeface="Arial"/>
                <a:ea typeface="Arial"/>
                <a:cs typeface="Arial"/>
              </a:rPr>
              <a:t>Hardware Design and Implementation</a:t>
            </a:r>
          </a:p>
        </p:txBody>
      </p:sp>
    </p:spTree>
    <p:extLst>
      <p:ext uri="{BB962C8B-B14F-4D97-AF65-F5344CB8AC3E}">
        <p14:creationId xmlns:p14="http://schemas.microsoft.com/office/powerpoint/2010/main" val="452291712"/>
      </p:ext>
    </p:extLst>
  </p:cSld>
</p:sld>
</file>

<file path=ppt/slides/slide2.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4" name="What the project does">
            <a:extLst xmlns:a="http://schemas.openxmlformats.org/drawingml/2006/main">
              <a:ext uri="{FF2B5EF4-FFF2-40B4-BE49-F238E27FC236}">
                <a16:creationId xmlns:a16="http://schemas.microsoft.com/office/drawing/2014/main" id="{12C19F8F-0514-49FD-A562-BE1F1524B090}"/>
              </a:ext>
            </a:extLst>
          </p:cNvPr>
          <p:cNvSpPr>
            <a:spLocks xmlns:a="http://schemas.openxmlformats.org/drawingml/2006/main" noGrp="1"/>
          </p:cNvSpPr>
          <p:nvPr/>
        </p:nvSpPr>
        <p:spPr>
          <a:xfrm xmlns:a="http://schemas.openxmlformats.org/drawingml/2006/main">
            <a:off x="609600" y="495300"/>
            <a:ext cx="10858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450" b="1">
                <a:solidFill>
                  <a:srgbClr val="13263A"/>
                </a:solidFill>
                <a:latin typeface="Arial"/>
                <a:ea typeface="Arial"/>
                <a:cs typeface="Arial"/>
              </a:defRPr>
            </a:defPPr>
            <a:lvl1pPr algn="l">
              <a:defRPr sz="3450" b="1">
                <a:solidFill>
                  <a:srgbClr val="13263A"/>
                </a:solidFill>
                <a:latin typeface="Arial"/>
                <a:ea typeface="Arial"/>
                <a:cs typeface="Arial"/>
              </a:defRPr>
            </a:lvl1pPr>
            <a:lvl2pPr algn="l">
              <a:defRPr sz="3450" b="1">
                <a:solidFill>
                  <a:srgbClr val="13263A"/>
                </a:solidFill>
                <a:latin typeface="Arial"/>
                <a:ea typeface="Arial"/>
                <a:cs typeface="Arial"/>
              </a:defRPr>
            </a:lvl2pPr>
            <a:lvl3pPr algn="l">
              <a:defRPr sz="3450" b="1">
                <a:solidFill>
                  <a:srgbClr val="13263A"/>
                </a:solidFill>
                <a:latin typeface="Arial"/>
                <a:ea typeface="Arial"/>
                <a:cs typeface="Arial"/>
              </a:defRPr>
            </a:lvl3pPr>
            <a:lvl4pPr algn="l">
              <a:defRPr sz="3450" b="1">
                <a:solidFill>
                  <a:srgbClr val="13263A"/>
                </a:solidFill>
                <a:latin typeface="Arial"/>
                <a:ea typeface="Arial"/>
                <a:cs typeface="Arial"/>
              </a:defRPr>
            </a:lvl4pPr>
            <a:lvl5pPr algn="l">
              <a:defRPr sz="3450" b="1">
                <a:solidFill>
                  <a:srgbClr val="13263A"/>
                </a:solidFill>
                <a:latin typeface="Arial"/>
                <a:ea typeface="Arial"/>
                <a:cs typeface="Arial"/>
              </a:defRPr>
            </a:lvl5pPr>
            <a:lvl6pPr algn="l">
              <a:defRPr sz="3450" b="1">
                <a:solidFill>
                  <a:srgbClr val="13263A"/>
                </a:solidFill>
                <a:latin typeface="Arial"/>
                <a:ea typeface="Arial"/>
                <a:cs typeface="Arial"/>
              </a:defRPr>
            </a:lvl6pPr>
            <a:lvl7pPr algn="l">
              <a:defRPr sz="3450" b="1">
                <a:solidFill>
                  <a:srgbClr val="13263A"/>
                </a:solidFill>
                <a:latin typeface="Arial"/>
                <a:ea typeface="Arial"/>
                <a:cs typeface="Arial"/>
              </a:defRPr>
            </a:lvl7pPr>
            <a:lvl8pPr algn="l">
              <a:defRPr sz="3450" b="1">
                <a:solidFill>
                  <a:srgbClr val="13263A"/>
                </a:solidFill>
                <a:latin typeface="Arial"/>
                <a:ea typeface="Arial"/>
                <a:cs typeface="Arial"/>
              </a:defRPr>
            </a:lvl8pPr>
            <a:lvl9pPr algn="l">
              <a:defRPr sz="3450" b="1">
                <a:solidFill>
                  <a:srgbClr val="13263A"/>
                </a:solidFill>
                <a:latin typeface="Arial"/>
                <a:ea typeface="Arial"/>
                <a:cs typeface="Arial"/>
              </a:defRPr>
            </a:lvl9pPr>
          </a:lstStyle>
          <a:p xmlns:a="http://schemas.openxmlformats.org/drawingml/2006/main">
            <a:pPr algn="l">
              <a:defRPr sz="3450" b="1">
                <a:solidFill>
                  <a:srgbClr val="13263A"/>
                </a:solidFill>
                <a:latin typeface="Arial"/>
                <a:ea typeface="Arial"/>
                <a:cs typeface="Arial"/>
              </a:defRPr>
            </a:pPr>
            <a:r>
              <a:rPr sz="3450" b="1">
                <a:solidFill>
                  <a:srgbClr val="13263A"/>
                </a:solidFill>
                <a:latin typeface="Arial"/>
                <a:ea typeface="Arial"/>
                <a:cs typeface="Arial"/>
              </a:rPr>
              <a:t>What the project does</a:t>
            </a:r>
          </a:p>
        </p:txBody>
      </p:sp>
      <p:sp>
        <p:nvSpPr>
          <p:cNvPr id="2" name="02">
            <a:extLst xmlns:a="http://schemas.openxmlformats.org/drawingml/2006/main">
              <a:ext uri="{FF2B5EF4-FFF2-40B4-BE49-F238E27FC236}">
                <a16:creationId xmlns:a16="http://schemas.microsoft.com/office/drawing/2014/main" id="{C4E96769-23A7-412F-AA06-5AB8A6335D56}"/>
              </a:ext>
            </a:extLst>
          </p:cNvPr>
          <p:cNvSpPr>
            <a:spLocks xmlns:a="http://schemas.openxmlformats.org/drawingml/2006/main" noGrp="1"/>
          </p:cNvSpPr>
          <p:nvPr/>
        </p:nvSpPr>
        <p:spPr>
          <a:xfrm xmlns:a="http://schemas.openxmlformats.org/drawingml/2006/main">
            <a:off x="11049000" y="61912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66B7B"/>
                </a:solidFill>
                <a:latin typeface="Arial"/>
                <a:ea typeface="Arial"/>
                <a:cs typeface="Arial"/>
              </a:defRPr>
            </a:defPPr>
            <a:lvl1pPr algn="r">
              <a:defRPr sz="1350" b="0">
                <a:solidFill>
                  <a:srgbClr val="566B7B"/>
                </a:solidFill>
                <a:latin typeface="Arial"/>
                <a:ea typeface="Arial"/>
                <a:cs typeface="Arial"/>
              </a:defRPr>
            </a:lvl1pPr>
            <a:lvl2pPr algn="r">
              <a:defRPr sz="1350" b="0">
                <a:solidFill>
                  <a:srgbClr val="566B7B"/>
                </a:solidFill>
                <a:latin typeface="Arial"/>
                <a:ea typeface="Arial"/>
                <a:cs typeface="Arial"/>
              </a:defRPr>
            </a:lvl2pPr>
            <a:lvl3pPr algn="r">
              <a:defRPr sz="1350" b="0">
                <a:solidFill>
                  <a:srgbClr val="566B7B"/>
                </a:solidFill>
                <a:latin typeface="Arial"/>
                <a:ea typeface="Arial"/>
                <a:cs typeface="Arial"/>
              </a:defRPr>
            </a:lvl3pPr>
            <a:lvl4pPr algn="r">
              <a:defRPr sz="1350" b="0">
                <a:solidFill>
                  <a:srgbClr val="566B7B"/>
                </a:solidFill>
                <a:latin typeface="Arial"/>
                <a:ea typeface="Arial"/>
                <a:cs typeface="Arial"/>
              </a:defRPr>
            </a:lvl4pPr>
            <a:lvl5pPr algn="r">
              <a:defRPr sz="1350" b="0">
                <a:solidFill>
                  <a:srgbClr val="566B7B"/>
                </a:solidFill>
                <a:latin typeface="Arial"/>
                <a:ea typeface="Arial"/>
                <a:cs typeface="Arial"/>
              </a:defRPr>
            </a:lvl5pPr>
            <a:lvl6pPr algn="r">
              <a:defRPr sz="1350" b="0">
                <a:solidFill>
                  <a:srgbClr val="566B7B"/>
                </a:solidFill>
                <a:latin typeface="Arial"/>
                <a:ea typeface="Arial"/>
                <a:cs typeface="Arial"/>
              </a:defRPr>
            </a:lvl6pPr>
            <a:lvl7pPr algn="r">
              <a:defRPr sz="1350" b="0">
                <a:solidFill>
                  <a:srgbClr val="566B7B"/>
                </a:solidFill>
                <a:latin typeface="Arial"/>
                <a:ea typeface="Arial"/>
                <a:cs typeface="Arial"/>
              </a:defRPr>
            </a:lvl7pPr>
            <a:lvl8pPr algn="r">
              <a:defRPr sz="1350" b="0">
                <a:solidFill>
                  <a:srgbClr val="566B7B"/>
                </a:solidFill>
                <a:latin typeface="Arial"/>
                <a:ea typeface="Arial"/>
                <a:cs typeface="Arial"/>
              </a:defRPr>
            </a:lvl8pPr>
            <a:lvl9pPr algn="r">
              <a:defRPr sz="1350" b="0">
                <a:solidFill>
                  <a:srgbClr val="566B7B"/>
                </a:solidFill>
                <a:latin typeface="Arial"/>
                <a:ea typeface="Arial"/>
                <a:cs typeface="Arial"/>
              </a:defRPr>
            </a:lvl9pPr>
          </a:lstStyle>
          <a:p xmlns:a="http://schemas.openxmlformats.org/drawingml/2006/main">
            <a:pPr algn="r">
              <a:defRPr sz="1350" b="0">
                <a:solidFill>
                  <a:srgbClr val="566B7B"/>
                </a:solidFill>
                <a:latin typeface="Arial"/>
                <a:ea typeface="Arial"/>
                <a:cs typeface="Arial"/>
              </a:defRPr>
            </a:pPr>
            <a:r>
              <a:rPr sz="1350" b="0">
                <a:solidFill>
                  <a:srgbClr val="566B7B"/>
                </a:solidFill>
                <a:latin typeface="Arial"/>
                <a:ea typeface="Arial"/>
                <a:cs typeface="Arial"/>
              </a:rPr>
              <a:t>02</a:t>
            </a:r>
          </a:p>
        </p:txBody>
      </p:sp>
      <p:sp>
        <p:nvSpPr>
          <p:cNvPr id="3" name="Measure elapsed time and record laps while the timer runs.">
            <a:extLst xmlns:a="http://schemas.openxmlformats.org/drawingml/2006/main">
              <a:ext uri="{FF2B5EF4-FFF2-40B4-BE49-F238E27FC236}">
                <a16:creationId xmlns:a16="http://schemas.microsoft.com/office/drawing/2014/main" id="{7CAD7576-985D-425B-869F-EC8B9C09AAB8}"/>
              </a:ext>
            </a:extLst>
          </p:cNvPr>
          <p:cNvSpPr>
            <a:spLocks xmlns:a="http://schemas.openxmlformats.org/drawingml/2006/main" noGrp="1"/>
          </p:cNvSpPr>
          <p:nvPr/>
        </p:nvSpPr>
        <p:spPr>
          <a:xfrm xmlns:a="http://schemas.openxmlformats.org/drawingml/2006/main">
            <a:off x="609600" y="14573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0">
                <a:solidFill>
                  <a:srgbClr val="566B7B"/>
                </a:solidFill>
                <a:latin typeface="Arial"/>
                <a:ea typeface="Arial"/>
                <a:cs typeface="Arial"/>
              </a:defRPr>
            </a:defPPr>
            <a:lvl1pPr algn="l">
              <a:defRPr sz="2250" b="0">
                <a:solidFill>
                  <a:srgbClr val="566B7B"/>
                </a:solidFill>
                <a:latin typeface="Arial"/>
                <a:ea typeface="Arial"/>
                <a:cs typeface="Arial"/>
              </a:defRPr>
            </a:lvl1pPr>
            <a:lvl2pPr algn="l">
              <a:defRPr sz="2250" b="0">
                <a:solidFill>
                  <a:srgbClr val="566B7B"/>
                </a:solidFill>
                <a:latin typeface="Arial"/>
                <a:ea typeface="Arial"/>
                <a:cs typeface="Arial"/>
              </a:defRPr>
            </a:lvl2pPr>
            <a:lvl3pPr algn="l">
              <a:defRPr sz="2250" b="0">
                <a:solidFill>
                  <a:srgbClr val="566B7B"/>
                </a:solidFill>
                <a:latin typeface="Arial"/>
                <a:ea typeface="Arial"/>
                <a:cs typeface="Arial"/>
              </a:defRPr>
            </a:lvl3pPr>
            <a:lvl4pPr algn="l">
              <a:defRPr sz="2250" b="0">
                <a:solidFill>
                  <a:srgbClr val="566B7B"/>
                </a:solidFill>
                <a:latin typeface="Arial"/>
                <a:ea typeface="Arial"/>
                <a:cs typeface="Arial"/>
              </a:defRPr>
            </a:lvl4pPr>
            <a:lvl5pPr algn="l">
              <a:defRPr sz="2250" b="0">
                <a:solidFill>
                  <a:srgbClr val="566B7B"/>
                </a:solidFill>
                <a:latin typeface="Arial"/>
                <a:ea typeface="Arial"/>
                <a:cs typeface="Arial"/>
              </a:defRPr>
            </a:lvl5pPr>
            <a:lvl6pPr algn="l">
              <a:defRPr sz="2250" b="0">
                <a:solidFill>
                  <a:srgbClr val="566B7B"/>
                </a:solidFill>
                <a:latin typeface="Arial"/>
                <a:ea typeface="Arial"/>
                <a:cs typeface="Arial"/>
              </a:defRPr>
            </a:lvl6pPr>
            <a:lvl7pPr algn="l">
              <a:defRPr sz="2250" b="0">
                <a:solidFill>
                  <a:srgbClr val="566B7B"/>
                </a:solidFill>
                <a:latin typeface="Arial"/>
                <a:ea typeface="Arial"/>
                <a:cs typeface="Arial"/>
              </a:defRPr>
            </a:lvl7pPr>
            <a:lvl8pPr algn="l">
              <a:defRPr sz="2250" b="0">
                <a:solidFill>
                  <a:srgbClr val="566B7B"/>
                </a:solidFill>
                <a:latin typeface="Arial"/>
                <a:ea typeface="Arial"/>
                <a:cs typeface="Arial"/>
              </a:defRPr>
            </a:lvl8pPr>
            <a:lvl9pPr algn="l">
              <a:defRPr sz="2250" b="0">
                <a:solidFill>
                  <a:srgbClr val="566B7B"/>
                </a:solidFill>
                <a:latin typeface="Arial"/>
                <a:ea typeface="Arial"/>
                <a:cs typeface="Arial"/>
              </a:defRPr>
            </a:lvl9pPr>
          </a:lstStyle>
          <a:p xmlns:a="http://schemas.openxmlformats.org/drawingml/2006/main">
            <a:pPr algn="l">
              <a:defRPr sz="2250" b="0">
                <a:solidFill>
                  <a:srgbClr val="566B7B"/>
                </a:solidFill>
                <a:latin typeface="Arial"/>
                <a:ea typeface="Arial"/>
                <a:cs typeface="Arial"/>
              </a:defRPr>
            </a:pPr>
            <a:r>
              <a:rPr sz="2250" b="0">
                <a:solidFill>
                  <a:srgbClr val="566B7B"/>
                </a:solidFill>
                <a:latin typeface="Arial"/>
                <a:ea typeface="Arial"/>
                <a:cs typeface="Arial"/>
              </a:rPr>
              <a:t>Measure elapsed time and record laps while the timer runs.</a:t>
            </a:r>
          </a:p>
        </p:txBody>
      </p:sp>
      <p:sp>
        <p:nvSpPr>
          <p:cNvPr id="4" name="S">
            <a:extLst xmlns:a="http://schemas.openxmlformats.org/drawingml/2006/main">
              <a:ext uri="{FF2B5EF4-FFF2-40B4-BE49-F238E27FC236}">
                <a16:creationId xmlns:a16="http://schemas.microsoft.com/office/drawing/2014/main" id="{C2286B0F-490A-4A72-B975-F38F5742AC66}"/>
              </a:ext>
            </a:extLst>
          </p:cNvPr>
          <p:cNvSpPr>
            <a:spLocks xmlns:a="http://schemas.openxmlformats.org/drawingml/2006/main" noGrp="1"/>
          </p:cNvSpPr>
          <p:nvPr/>
        </p:nvSpPr>
        <p:spPr>
          <a:xfrm xmlns:a="http://schemas.openxmlformats.org/drawingml/2006/main">
            <a:off x="685800" y="2362200"/>
            <a:ext cx="742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450" b="1">
                <a:solidFill>
                  <a:srgbClr val="087F81"/>
                </a:solidFill>
                <a:latin typeface="Arial"/>
                <a:ea typeface="Arial"/>
                <a:cs typeface="Arial"/>
              </a:defRPr>
            </a:defPPr>
            <a:lvl1pPr algn="l">
              <a:defRPr sz="3450" b="1">
                <a:solidFill>
                  <a:srgbClr val="087F81"/>
                </a:solidFill>
                <a:latin typeface="Arial"/>
                <a:ea typeface="Arial"/>
                <a:cs typeface="Arial"/>
              </a:defRPr>
            </a:lvl1pPr>
            <a:lvl2pPr algn="l">
              <a:defRPr sz="3450" b="1">
                <a:solidFill>
                  <a:srgbClr val="087F81"/>
                </a:solidFill>
                <a:latin typeface="Arial"/>
                <a:ea typeface="Arial"/>
                <a:cs typeface="Arial"/>
              </a:defRPr>
            </a:lvl2pPr>
            <a:lvl3pPr algn="l">
              <a:defRPr sz="3450" b="1">
                <a:solidFill>
                  <a:srgbClr val="087F81"/>
                </a:solidFill>
                <a:latin typeface="Arial"/>
                <a:ea typeface="Arial"/>
                <a:cs typeface="Arial"/>
              </a:defRPr>
            </a:lvl3pPr>
            <a:lvl4pPr algn="l">
              <a:defRPr sz="3450" b="1">
                <a:solidFill>
                  <a:srgbClr val="087F81"/>
                </a:solidFill>
                <a:latin typeface="Arial"/>
                <a:ea typeface="Arial"/>
                <a:cs typeface="Arial"/>
              </a:defRPr>
            </a:lvl4pPr>
            <a:lvl5pPr algn="l">
              <a:defRPr sz="3450" b="1">
                <a:solidFill>
                  <a:srgbClr val="087F81"/>
                </a:solidFill>
                <a:latin typeface="Arial"/>
                <a:ea typeface="Arial"/>
                <a:cs typeface="Arial"/>
              </a:defRPr>
            </a:lvl5pPr>
            <a:lvl6pPr algn="l">
              <a:defRPr sz="3450" b="1">
                <a:solidFill>
                  <a:srgbClr val="087F81"/>
                </a:solidFill>
                <a:latin typeface="Arial"/>
                <a:ea typeface="Arial"/>
                <a:cs typeface="Arial"/>
              </a:defRPr>
            </a:lvl6pPr>
            <a:lvl7pPr algn="l">
              <a:defRPr sz="3450" b="1">
                <a:solidFill>
                  <a:srgbClr val="087F81"/>
                </a:solidFill>
                <a:latin typeface="Arial"/>
                <a:ea typeface="Arial"/>
                <a:cs typeface="Arial"/>
              </a:defRPr>
            </a:lvl7pPr>
            <a:lvl8pPr algn="l">
              <a:defRPr sz="3450" b="1">
                <a:solidFill>
                  <a:srgbClr val="087F81"/>
                </a:solidFill>
                <a:latin typeface="Arial"/>
                <a:ea typeface="Arial"/>
                <a:cs typeface="Arial"/>
              </a:defRPr>
            </a:lvl8pPr>
            <a:lvl9pPr algn="l">
              <a:defRPr sz="3450" b="1">
                <a:solidFill>
                  <a:srgbClr val="087F81"/>
                </a:solidFill>
                <a:latin typeface="Arial"/>
                <a:ea typeface="Arial"/>
                <a:cs typeface="Arial"/>
              </a:defRPr>
            </a:lvl9pPr>
          </a:lstStyle>
          <a:p xmlns:a="http://schemas.openxmlformats.org/drawingml/2006/main">
            <a:pPr algn="l">
              <a:defRPr sz="3450" b="1">
                <a:solidFill>
                  <a:srgbClr val="087F81"/>
                </a:solidFill>
                <a:latin typeface="Arial"/>
                <a:ea typeface="Arial"/>
                <a:cs typeface="Arial"/>
              </a:defRPr>
            </a:pPr>
            <a:r>
              <a:rPr sz="3450" b="1">
                <a:solidFill>
                  <a:srgbClr val="087F81"/>
                </a:solidFill>
                <a:latin typeface="Arial"/>
                <a:ea typeface="Arial"/>
                <a:cs typeface="Arial"/>
              </a:rPr>
              <a:t>S</a:t>
            </a:r>
          </a:p>
        </p:txBody>
      </p:sp>
      <p:sp>
        <p:nvSpPr>
          <p:cNvPr id="5" name="Start / Pause">
            <a:extLst xmlns:a="http://schemas.openxmlformats.org/drawingml/2006/main">
              <a:ext uri="{FF2B5EF4-FFF2-40B4-BE49-F238E27FC236}">
                <a16:creationId xmlns:a16="http://schemas.microsoft.com/office/drawing/2014/main" id="{D301C8BB-08D3-46B4-8935-A6C197DFBE8B}"/>
              </a:ext>
            </a:extLst>
          </p:cNvPr>
          <p:cNvSpPr>
            <a:spLocks xmlns:a="http://schemas.openxmlformats.org/drawingml/2006/main" noGrp="1"/>
          </p:cNvSpPr>
          <p:nvPr/>
        </p:nvSpPr>
        <p:spPr>
          <a:xfrm xmlns:a="http://schemas.openxmlformats.org/drawingml/2006/main">
            <a:off x="1695450" y="2362200"/>
            <a:ext cx="266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1">
                <a:solidFill>
                  <a:srgbClr val="13263A"/>
                </a:solidFill>
                <a:latin typeface="Arial"/>
                <a:ea typeface="Arial"/>
                <a:cs typeface="Arial"/>
              </a:defRPr>
            </a:defPPr>
            <a:lvl1pPr algn="l">
              <a:defRPr sz="2250" b="1">
                <a:solidFill>
                  <a:srgbClr val="13263A"/>
                </a:solidFill>
                <a:latin typeface="Arial"/>
                <a:ea typeface="Arial"/>
                <a:cs typeface="Arial"/>
              </a:defRPr>
            </a:lvl1pPr>
            <a:lvl2pPr algn="l">
              <a:defRPr sz="2250" b="1">
                <a:solidFill>
                  <a:srgbClr val="13263A"/>
                </a:solidFill>
                <a:latin typeface="Arial"/>
                <a:ea typeface="Arial"/>
                <a:cs typeface="Arial"/>
              </a:defRPr>
            </a:lvl2pPr>
            <a:lvl3pPr algn="l">
              <a:defRPr sz="2250" b="1">
                <a:solidFill>
                  <a:srgbClr val="13263A"/>
                </a:solidFill>
                <a:latin typeface="Arial"/>
                <a:ea typeface="Arial"/>
                <a:cs typeface="Arial"/>
              </a:defRPr>
            </a:lvl3pPr>
            <a:lvl4pPr algn="l">
              <a:defRPr sz="2250" b="1">
                <a:solidFill>
                  <a:srgbClr val="13263A"/>
                </a:solidFill>
                <a:latin typeface="Arial"/>
                <a:ea typeface="Arial"/>
                <a:cs typeface="Arial"/>
              </a:defRPr>
            </a:lvl4pPr>
            <a:lvl5pPr algn="l">
              <a:defRPr sz="2250" b="1">
                <a:solidFill>
                  <a:srgbClr val="13263A"/>
                </a:solidFill>
                <a:latin typeface="Arial"/>
                <a:ea typeface="Arial"/>
                <a:cs typeface="Arial"/>
              </a:defRPr>
            </a:lvl5pPr>
            <a:lvl6pPr algn="l">
              <a:defRPr sz="2250" b="1">
                <a:solidFill>
                  <a:srgbClr val="13263A"/>
                </a:solidFill>
                <a:latin typeface="Arial"/>
                <a:ea typeface="Arial"/>
                <a:cs typeface="Arial"/>
              </a:defRPr>
            </a:lvl6pPr>
            <a:lvl7pPr algn="l">
              <a:defRPr sz="2250" b="1">
                <a:solidFill>
                  <a:srgbClr val="13263A"/>
                </a:solidFill>
                <a:latin typeface="Arial"/>
                <a:ea typeface="Arial"/>
                <a:cs typeface="Arial"/>
              </a:defRPr>
            </a:lvl7pPr>
            <a:lvl8pPr algn="l">
              <a:defRPr sz="2250" b="1">
                <a:solidFill>
                  <a:srgbClr val="13263A"/>
                </a:solidFill>
                <a:latin typeface="Arial"/>
                <a:ea typeface="Arial"/>
                <a:cs typeface="Arial"/>
              </a:defRPr>
            </a:lvl8pPr>
            <a:lvl9pPr algn="l">
              <a:defRPr sz="2250" b="1">
                <a:solidFill>
                  <a:srgbClr val="13263A"/>
                </a:solidFill>
                <a:latin typeface="Arial"/>
                <a:ea typeface="Arial"/>
                <a:cs typeface="Arial"/>
              </a:defRPr>
            </a:lvl9pPr>
          </a:lstStyle>
          <a:p xmlns:a="http://schemas.openxmlformats.org/drawingml/2006/main">
            <a:pPr algn="l">
              <a:defRPr sz="2250" b="1">
                <a:solidFill>
                  <a:srgbClr val="13263A"/>
                </a:solidFill>
                <a:latin typeface="Arial"/>
                <a:ea typeface="Arial"/>
                <a:cs typeface="Arial"/>
              </a:defRPr>
            </a:pPr>
            <a:r>
              <a:rPr sz="2250" b="1">
                <a:solidFill>
                  <a:srgbClr val="13263A"/>
                </a:solidFill>
                <a:latin typeface="Arial"/>
                <a:ea typeface="Arial"/>
                <a:cs typeface="Arial"/>
              </a:rPr>
              <a:t>Start / Pause</a:t>
            </a:r>
          </a:p>
        </p:txBody>
      </p:sp>
      <p:sp>
        <p:nvSpPr>
          <p:cNvPr id="6" name="Start, pause, or resume the current time.">
            <a:extLst xmlns:a="http://schemas.openxmlformats.org/drawingml/2006/main">
              <a:ext uri="{FF2B5EF4-FFF2-40B4-BE49-F238E27FC236}">
                <a16:creationId xmlns:a16="http://schemas.microsoft.com/office/drawing/2014/main" id="{FB1A2B6A-1087-49BE-897F-7E6CF763D931}"/>
              </a:ext>
            </a:extLst>
          </p:cNvPr>
          <p:cNvSpPr>
            <a:spLocks xmlns:a="http://schemas.openxmlformats.org/drawingml/2006/main" noGrp="1"/>
          </p:cNvSpPr>
          <p:nvPr/>
        </p:nvSpPr>
        <p:spPr>
          <a:xfrm xmlns:a="http://schemas.openxmlformats.org/drawingml/2006/main">
            <a:off x="4667250" y="2324100"/>
            <a:ext cx="657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183044"/>
                </a:solidFill>
                <a:latin typeface="Arial"/>
                <a:ea typeface="Arial"/>
                <a:cs typeface="Arial"/>
              </a:defRPr>
            </a:defPPr>
            <a:lvl1pPr algn="l">
              <a:defRPr sz="2025" b="0">
                <a:solidFill>
                  <a:srgbClr val="183044"/>
                </a:solidFill>
                <a:latin typeface="Arial"/>
                <a:ea typeface="Arial"/>
                <a:cs typeface="Arial"/>
              </a:defRPr>
            </a:lvl1pPr>
            <a:lvl2pPr algn="l">
              <a:defRPr sz="2025" b="0">
                <a:solidFill>
                  <a:srgbClr val="183044"/>
                </a:solidFill>
                <a:latin typeface="Arial"/>
                <a:ea typeface="Arial"/>
                <a:cs typeface="Arial"/>
              </a:defRPr>
            </a:lvl2pPr>
            <a:lvl3pPr algn="l">
              <a:defRPr sz="2025" b="0">
                <a:solidFill>
                  <a:srgbClr val="183044"/>
                </a:solidFill>
                <a:latin typeface="Arial"/>
                <a:ea typeface="Arial"/>
                <a:cs typeface="Arial"/>
              </a:defRPr>
            </a:lvl3pPr>
            <a:lvl4pPr algn="l">
              <a:defRPr sz="2025" b="0">
                <a:solidFill>
                  <a:srgbClr val="183044"/>
                </a:solidFill>
                <a:latin typeface="Arial"/>
                <a:ea typeface="Arial"/>
                <a:cs typeface="Arial"/>
              </a:defRPr>
            </a:lvl4pPr>
            <a:lvl5pPr algn="l">
              <a:defRPr sz="2025" b="0">
                <a:solidFill>
                  <a:srgbClr val="183044"/>
                </a:solidFill>
                <a:latin typeface="Arial"/>
                <a:ea typeface="Arial"/>
                <a:cs typeface="Arial"/>
              </a:defRPr>
            </a:lvl5pPr>
            <a:lvl6pPr algn="l">
              <a:defRPr sz="2025" b="0">
                <a:solidFill>
                  <a:srgbClr val="183044"/>
                </a:solidFill>
                <a:latin typeface="Arial"/>
                <a:ea typeface="Arial"/>
                <a:cs typeface="Arial"/>
              </a:defRPr>
            </a:lvl6pPr>
            <a:lvl7pPr algn="l">
              <a:defRPr sz="2025" b="0">
                <a:solidFill>
                  <a:srgbClr val="183044"/>
                </a:solidFill>
                <a:latin typeface="Arial"/>
                <a:ea typeface="Arial"/>
                <a:cs typeface="Arial"/>
              </a:defRPr>
            </a:lvl7pPr>
            <a:lvl8pPr algn="l">
              <a:defRPr sz="2025" b="0">
                <a:solidFill>
                  <a:srgbClr val="183044"/>
                </a:solidFill>
                <a:latin typeface="Arial"/>
                <a:ea typeface="Arial"/>
                <a:cs typeface="Arial"/>
              </a:defRPr>
            </a:lvl8pPr>
            <a:lvl9pPr algn="l">
              <a:defRPr sz="2025" b="0">
                <a:solidFill>
                  <a:srgbClr val="183044"/>
                </a:solidFill>
                <a:latin typeface="Arial"/>
                <a:ea typeface="Arial"/>
                <a:cs typeface="Arial"/>
              </a:defRPr>
            </a:lvl9pPr>
          </a:lstStyle>
          <a:p xmlns:a="http://schemas.openxmlformats.org/drawingml/2006/main">
            <a:pPr algn="l">
              <a:defRPr sz="2025" b="0">
                <a:solidFill>
                  <a:srgbClr val="183044"/>
                </a:solidFill>
                <a:latin typeface="Arial"/>
                <a:ea typeface="Arial"/>
                <a:cs typeface="Arial"/>
              </a:defRPr>
            </a:pPr>
            <a:r>
              <a:rPr sz="2025" b="0">
                <a:solidFill>
                  <a:srgbClr val="183044"/>
                </a:solidFill>
                <a:latin typeface="Arial"/>
                <a:ea typeface="Arial"/>
                <a:cs typeface="Arial"/>
              </a:rPr>
              <a:t>Start, pause, or resume the current time.</a:t>
            </a:r>
          </a:p>
        </p:txBody>
      </p:sp>
      <p:sp>
        <p:nvSpPr>
          <p:cNvPr id="7" name="L">
            <a:extLst xmlns:a="http://schemas.openxmlformats.org/drawingml/2006/main">
              <a:ext uri="{FF2B5EF4-FFF2-40B4-BE49-F238E27FC236}">
                <a16:creationId xmlns:a16="http://schemas.microsoft.com/office/drawing/2014/main" id="{57B578F9-AC3A-4221-B0F3-54D09FA0CC8B}"/>
              </a:ext>
            </a:extLst>
          </p:cNvPr>
          <p:cNvSpPr>
            <a:spLocks xmlns:a="http://schemas.openxmlformats.org/drawingml/2006/main" noGrp="1"/>
          </p:cNvSpPr>
          <p:nvPr/>
        </p:nvSpPr>
        <p:spPr>
          <a:xfrm xmlns:a="http://schemas.openxmlformats.org/drawingml/2006/main">
            <a:off x="685800" y="3429000"/>
            <a:ext cx="742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450" b="1">
                <a:solidFill>
                  <a:srgbClr val="087F81"/>
                </a:solidFill>
                <a:latin typeface="Arial"/>
                <a:ea typeface="Arial"/>
                <a:cs typeface="Arial"/>
              </a:defRPr>
            </a:defPPr>
            <a:lvl1pPr algn="l">
              <a:defRPr sz="3450" b="1">
                <a:solidFill>
                  <a:srgbClr val="087F81"/>
                </a:solidFill>
                <a:latin typeface="Arial"/>
                <a:ea typeface="Arial"/>
                <a:cs typeface="Arial"/>
              </a:defRPr>
            </a:lvl1pPr>
            <a:lvl2pPr algn="l">
              <a:defRPr sz="3450" b="1">
                <a:solidFill>
                  <a:srgbClr val="087F81"/>
                </a:solidFill>
                <a:latin typeface="Arial"/>
                <a:ea typeface="Arial"/>
                <a:cs typeface="Arial"/>
              </a:defRPr>
            </a:lvl2pPr>
            <a:lvl3pPr algn="l">
              <a:defRPr sz="3450" b="1">
                <a:solidFill>
                  <a:srgbClr val="087F81"/>
                </a:solidFill>
                <a:latin typeface="Arial"/>
                <a:ea typeface="Arial"/>
                <a:cs typeface="Arial"/>
              </a:defRPr>
            </a:lvl3pPr>
            <a:lvl4pPr algn="l">
              <a:defRPr sz="3450" b="1">
                <a:solidFill>
                  <a:srgbClr val="087F81"/>
                </a:solidFill>
                <a:latin typeface="Arial"/>
                <a:ea typeface="Arial"/>
                <a:cs typeface="Arial"/>
              </a:defRPr>
            </a:lvl4pPr>
            <a:lvl5pPr algn="l">
              <a:defRPr sz="3450" b="1">
                <a:solidFill>
                  <a:srgbClr val="087F81"/>
                </a:solidFill>
                <a:latin typeface="Arial"/>
                <a:ea typeface="Arial"/>
                <a:cs typeface="Arial"/>
              </a:defRPr>
            </a:lvl5pPr>
            <a:lvl6pPr algn="l">
              <a:defRPr sz="3450" b="1">
                <a:solidFill>
                  <a:srgbClr val="087F81"/>
                </a:solidFill>
                <a:latin typeface="Arial"/>
                <a:ea typeface="Arial"/>
                <a:cs typeface="Arial"/>
              </a:defRPr>
            </a:lvl6pPr>
            <a:lvl7pPr algn="l">
              <a:defRPr sz="3450" b="1">
                <a:solidFill>
                  <a:srgbClr val="087F81"/>
                </a:solidFill>
                <a:latin typeface="Arial"/>
                <a:ea typeface="Arial"/>
                <a:cs typeface="Arial"/>
              </a:defRPr>
            </a:lvl7pPr>
            <a:lvl8pPr algn="l">
              <a:defRPr sz="3450" b="1">
                <a:solidFill>
                  <a:srgbClr val="087F81"/>
                </a:solidFill>
                <a:latin typeface="Arial"/>
                <a:ea typeface="Arial"/>
                <a:cs typeface="Arial"/>
              </a:defRPr>
            </a:lvl8pPr>
            <a:lvl9pPr algn="l">
              <a:defRPr sz="3450" b="1">
                <a:solidFill>
                  <a:srgbClr val="087F81"/>
                </a:solidFill>
                <a:latin typeface="Arial"/>
                <a:ea typeface="Arial"/>
                <a:cs typeface="Arial"/>
              </a:defRPr>
            </a:lvl9pPr>
          </a:lstStyle>
          <a:p xmlns:a="http://schemas.openxmlformats.org/drawingml/2006/main">
            <a:pPr algn="l">
              <a:defRPr sz="3450" b="1">
                <a:solidFill>
                  <a:srgbClr val="087F81"/>
                </a:solidFill>
                <a:latin typeface="Arial"/>
                <a:ea typeface="Arial"/>
                <a:cs typeface="Arial"/>
              </a:defRPr>
            </a:pPr>
            <a:r>
              <a:rPr sz="3450" b="1">
                <a:solidFill>
                  <a:srgbClr val="087F81"/>
                </a:solidFill>
                <a:latin typeface="Arial"/>
                <a:ea typeface="Arial"/>
                <a:cs typeface="Arial"/>
              </a:rPr>
              <a:t>L</a:t>
            </a:r>
          </a:p>
        </p:txBody>
      </p:sp>
      <p:sp>
        <p:nvSpPr>
          <p:cNvPr id="8" name="Save lap">
            <a:extLst xmlns:a="http://schemas.openxmlformats.org/drawingml/2006/main">
              <a:ext uri="{FF2B5EF4-FFF2-40B4-BE49-F238E27FC236}">
                <a16:creationId xmlns:a16="http://schemas.microsoft.com/office/drawing/2014/main" id="{05563A78-07EA-4A04-8841-AD6507D114DB}"/>
              </a:ext>
            </a:extLst>
          </p:cNvPr>
          <p:cNvSpPr>
            <a:spLocks xmlns:a="http://schemas.openxmlformats.org/drawingml/2006/main" noGrp="1"/>
          </p:cNvSpPr>
          <p:nvPr/>
        </p:nvSpPr>
        <p:spPr>
          <a:xfrm xmlns:a="http://schemas.openxmlformats.org/drawingml/2006/main">
            <a:off x="1695450" y="3429000"/>
            <a:ext cx="266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1">
                <a:solidFill>
                  <a:srgbClr val="13263A"/>
                </a:solidFill>
                <a:latin typeface="Arial"/>
                <a:ea typeface="Arial"/>
                <a:cs typeface="Arial"/>
              </a:defRPr>
            </a:defPPr>
            <a:lvl1pPr algn="l">
              <a:defRPr sz="2250" b="1">
                <a:solidFill>
                  <a:srgbClr val="13263A"/>
                </a:solidFill>
                <a:latin typeface="Arial"/>
                <a:ea typeface="Arial"/>
                <a:cs typeface="Arial"/>
              </a:defRPr>
            </a:lvl1pPr>
            <a:lvl2pPr algn="l">
              <a:defRPr sz="2250" b="1">
                <a:solidFill>
                  <a:srgbClr val="13263A"/>
                </a:solidFill>
                <a:latin typeface="Arial"/>
                <a:ea typeface="Arial"/>
                <a:cs typeface="Arial"/>
              </a:defRPr>
            </a:lvl2pPr>
            <a:lvl3pPr algn="l">
              <a:defRPr sz="2250" b="1">
                <a:solidFill>
                  <a:srgbClr val="13263A"/>
                </a:solidFill>
                <a:latin typeface="Arial"/>
                <a:ea typeface="Arial"/>
                <a:cs typeface="Arial"/>
              </a:defRPr>
            </a:lvl3pPr>
            <a:lvl4pPr algn="l">
              <a:defRPr sz="2250" b="1">
                <a:solidFill>
                  <a:srgbClr val="13263A"/>
                </a:solidFill>
                <a:latin typeface="Arial"/>
                <a:ea typeface="Arial"/>
                <a:cs typeface="Arial"/>
              </a:defRPr>
            </a:lvl4pPr>
            <a:lvl5pPr algn="l">
              <a:defRPr sz="2250" b="1">
                <a:solidFill>
                  <a:srgbClr val="13263A"/>
                </a:solidFill>
                <a:latin typeface="Arial"/>
                <a:ea typeface="Arial"/>
                <a:cs typeface="Arial"/>
              </a:defRPr>
            </a:lvl5pPr>
            <a:lvl6pPr algn="l">
              <a:defRPr sz="2250" b="1">
                <a:solidFill>
                  <a:srgbClr val="13263A"/>
                </a:solidFill>
                <a:latin typeface="Arial"/>
                <a:ea typeface="Arial"/>
                <a:cs typeface="Arial"/>
              </a:defRPr>
            </a:lvl6pPr>
            <a:lvl7pPr algn="l">
              <a:defRPr sz="2250" b="1">
                <a:solidFill>
                  <a:srgbClr val="13263A"/>
                </a:solidFill>
                <a:latin typeface="Arial"/>
                <a:ea typeface="Arial"/>
                <a:cs typeface="Arial"/>
              </a:defRPr>
            </a:lvl7pPr>
            <a:lvl8pPr algn="l">
              <a:defRPr sz="2250" b="1">
                <a:solidFill>
                  <a:srgbClr val="13263A"/>
                </a:solidFill>
                <a:latin typeface="Arial"/>
                <a:ea typeface="Arial"/>
                <a:cs typeface="Arial"/>
              </a:defRPr>
            </a:lvl8pPr>
            <a:lvl9pPr algn="l">
              <a:defRPr sz="2250" b="1">
                <a:solidFill>
                  <a:srgbClr val="13263A"/>
                </a:solidFill>
                <a:latin typeface="Arial"/>
                <a:ea typeface="Arial"/>
                <a:cs typeface="Arial"/>
              </a:defRPr>
            </a:lvl9pPr>
          </a:lstStyle>
          <a:p xmlns:a="http://schemas.openxmlformats.org/drawingml/2006/main">
            <a:pPr algn="l">
              <a:defRPr sz="2250" b="1">
                <a:solidFill>
                  <a:srgbClr val="13263A"/>
                </a:solidFill>
                <a:latin typeface="Arial"/>
                <a:ea typeface="Arial"/>
                <a:cs typeface="Arial"/>
              </a:defRPr>
            </a:pPr>
            <a:r>
              <a:rPr sz="2250" b="1">
                <a:solidFill>
                  <a:srgbClr val="13263A"/>
                </a:solidFill>
                <a:latin typeface="Arial"/>
                <a:ea typeface="Arial"/>
                <a:cs typeface="Arial"/>
              </a:rPr>
              <a:t>Save lap</a:t>
            </a:r>
          </a:p>
        </p:txBody>
      </p:sp>
      <p:sp>
        <p:nvSpPr>
          <p:cNvPr id="9" name="Save a timestamp and lap duration. Maximum 10 laps.">
            <a:extLst xmlns:a="http://schemas.openxmlformats.org/drawingml/2006/main">
              <a:ext uri="{FF2B5EF4-FFF2-40B4-BE49-F238E27FC236}">
                <a16:creationId xmlns:a16="http://schemas.microsoft.com/office/drawing/2014/main" id="{EB2BA721-CF55-4EC0-BAD1-566D20D09833}"/>
              </a:ext>
            </a:extLst>
          </p:cNvPr>
          <p:cNvSpPr>
            <a:spLocks xmlns:a="http://schemas.openxmlformats.org/drawingml/2006/main" noGrp="1"/>
          </p:cNvSpPr>
          <p:nvPr/>
        </p:nvSpPr>
        <p:spPr>
          <a:xfrm xmlns:a="http://schemas.openxmlformats.org/drawingml/2006/main">
            <a:off x="4667250" y="3390900"/>
            <a:ext cx="657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183044"/>
                </a:solidFill>
                <a:latin typeface="Arial"/>
                <a:ea typeface="Arial"/>
                <a:cs typeface="Arial"/>
              </a:defRPr>
            </a:defPPr>
            <a:lvl1pPr algn="l">
              <a:defRPr sz="2025" b="0">
                <a:solidFill>
                  <a:srgbClr val="183044"/>
                </a:solidFill>
                <a:latin typeface="Arial"/>
                <a:ea typeface="Arial"/>
                <a:cs typeface="Arial"/>
              </a:defRPr>
            </a:lvl1pPr>
            <a:lvl2pPr algn="l">
              <a:defRPr sz="2025" b="0">
                <a:solidFill>
                  <a:srgbClr val="183044"/>
                </a:solidFill>
                <a:latin typeface="Arial"/>
                <a:ea typeface="Arial"/>
                <a:cs typeface="Arial"/>
              </a:defRPr>
            </a:lvl2pPr>
            <a:lvl3pPr algn="l">
              <a:defRPr sz="2025" b="0">
                <a:solidFill>
                  <a:srgbClr val="183044"/>
                </a:solidFill>
                <a:latin typeface="Arial"/>
                <a:ea typeface="Arial"/>
                <a:cs typeface="Arial"/>
              </a:defRPr>
            </a:lvl3pPr>
            <a:lvl4pPr algn="l">
              <a:defRPr sz="2025" b="0">
                <a:solidFill>
                  <a:srgbClr val="183044"/>
                </a:solidFill>
                <a:latin typeface="Arial"/>
                <a:ea typeface="Arial"/>
                <a:cs typeface="Arial"/>
              </a:defRPr>
            </a:lvl4pPr>
            <a:lvl5pPr algn="l">
              <a:defRPr sz="2025" b="0">
                <a:solidFill>
                  <a:srgbClr val="183044"/>
                </a:solidFill>
                <a:latin typeface="Arial"/>
                <a:ea typeface="Arial"/>
                <a:cs typeface="Arial"/>
              </a:defRPr>
            </a:lvl5pPr>
            <a:lvl6pPr algn="l">
              <a:defRPr sz="2025" b="0">
                <a:solidFill>
                  <a:srgbClr val="183044"/>
                </a:solidFill>
                <a:latin typeface="Arial"/>
                <a:ea typeface="Arial"/>
                <a:cs typeface="Arial"/>
              </a:defRPr>
            </a:lvl6pPr>
            <a:lvl7pPr algn="l">
              <a:defRPr sz="2025" b="0">
                <a:solidFill>
                  <a:srgbClr val="183044"/>
                </a:solidFill>
                <a:latin typeface="Arial"/>
                <a:ea typeface="Arial"/>
                <a:cs typeface="Arial"/>
              </a:defRPr>
            </a:lvl7pPr>
            <a:lvl8pPr algn="l">
              <a:defRPr sz="2025" b="0">
                <a:solidFill>
                  <a:srgbClr val="183044"/>
                </a:solidFill>
                <a:latin typeface="Arial"/>
                <a:ea typeface="Arial"/>
                <a:cs typeface="Arial"/>
              </a:defRPr>
            </a:lvl8pPr>
            <a:lvl9pPr algn="l">
              <a:defRPr sz="2025" b="0">
                <a:solidFill>
                  <a:srgbClr val="183044"/>
                </a:solidFill>
                <a:latin typeface="Arial"/>
                <a:ea typeface="Arial"/>
                <a:cs typeface="Arial"/>
              </a:defRPr>
            </a:lvl9pPr>
          </a:lstStyle>
          <a:p xmlns:a="http://schemas.openxmlformats.org/drawingml/2006/main">
            <a:pPr algn="l">
              <a:defRPr sz="2025" b="0">
                <a:solidFill>
                  <a:srgbClr val="183044"/>
                </a:solidFill>
                <a:latin typeface="Arial"/>
                <a:ea typeface="Arial"/>
                <a:cs typeface="Arial"/>
              </a:defRPr>
            </a:pPr>
            <a:r>
              <a:rPr sz="2025" b="0">
                <a:solidFill>
                  <a:srgbClr val="183044"/>
                </a:solidFill>
                <a:latin typeface="Arial"/>
                <a:ea typeface="Arial"/>
                <a:cs typeface="Arial"/>
              </a:rPr>
              <a:t>Save a timestamp and lap duration. Maximum 10 laps.</a:t>
            </a:r>
          </a:p>
        </p:txBody>
      </p:sp>
      <p:sp>
        <p:nvSpPr>
          <p:cNvPr id="10" name="R">
            <a:extLst xmlns:a="http://schemas.openxmlformats.org/drawingml/2006/main">
              <a:ext uri="{FF2B5EF4-FFF2-40B4-BE49-F238E27FC236}">
                <a16:creationId xmlns:a16="http://schemas.microsoft.com/office/drawing/2014/main" id="{DE97CBEB-E5AA-4931-9F2A-530AF1BF3768}"/>
              </a:ext>
            </a:extLst>
          </p:cNvPr>
          <p:cNvSpPr>
            <a:spLocks xmlns:a="http://schemas.openxmlformats.org/drawingml/2006/main" noGrp="1"/>
          </p:cNvSpPr>
          <p:nvPr/>
        </p:nvSpPr>
        <p:spPr>
          <a:xfrm xmlns:a="http://schemas.openxmlformats.org/drawingml/2006/main">
            <a:off x="685800" y="4495800"/>
            <a:ext cx="742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450" b="1">
                <a:solidFill>
                  <a:srgbClr val="087F81"/>
                </a:solidFill>
                <a:latin typeface="Arial"/>
                <a:ea typeface="Arial"/>
                <a:cs typeface="Arial"/>
              </a:defRPr>
            </a:defPPr>
            <a:lvl1pPr algn="l">
              <a:defRPr sz="3450" b="1">
                <a:solidFill>
                  <a:srgbClr val="087F81"/>
                </a:solidFill>
                <a:latin typeface="Arial"/>
                <a:ea typeface="Arial"/>
                <a:cs typeface="Arial"/>
              </a:defRPr>
            </a:lvl1pPr>
            <a:lvl2pPr algn="l">
              <a:defRPr sz="3450" b="1">
                <a:solidFill>
                  <a:srgbClr val="087F81"/>
                </a:solidFill>
                <a:latin typeface="Arial"/>
                <a:ea typeface="Arial"/>
                <a:cs typeface="Arial"/>
              </a:defRPr>
            </a:lvl2pPr>
            <a:lvl3pPr algn="l">
              <a:defRPr sz="3450" b="1">
                <a:solidFill>
                  <a:srgbClr val="087F81"/>
                </a:solidFill>
                <a:latin typeface="Arial"/>
                <a:ea typeface="Arial"/>
                <a:cs typeface="Arial"/>
              </a:defRPr>
            </a:lvl3pPr>
            <a:lvl4pPr algn="l">
              <a:defRPr sz="3450" b="1">
                <a:solidFill>
                  <a:srgbClr val="087F81"/>
                </a:solidFill>
                <a:latin typeface="Arial"/>
                <a:ea typeface="Arial"/>
                <a:cs typeface="Arial"/>
              </a:defRPr>
            </a:lvl4pPr>
            <a:lvl5pPr algn="l">
              <a:defRPr sz="3450" b="1">
                <a:solidFill>
                  <a:srgbClr val="087F81"/>
                </a:solidFill>
                <a:latin typeface="Arial"/>
                <a:ea typeface="Arial"/>
                <a:cs typeface="Arial"/>
              </a:defRPr>
            </a:lvl5pPr>
            <a:lvl6pPr algn="l">
              <a:defRPr sz="3450" b="1">
                <a:solidFill>
                  <a:srgbClr val="087F81"/>
                </a:solidFill>
                <a:latin typeface="Arial"/>
                <a:ea typeface="Arial"/>
                <a:cs typeface="Arial"/>
              </a:defRPr>
            </a:lvl6pPr>
            <a:lvl7pPr algn="l">
              <a:defRPr sz="3450" b="1">
                <a:solidFill>
                  <a:srgbClr val="087F81"/>
                </a:solidFill>
                <a:latin typeface="Arial"/>
                <a:ea typeface="Arial"/>
                <a:cs typeface="Arial"/>
              </a:defRPr>
            </a:lvl7pPr>
            <a:lvl8pPr algn="l">
              <a:defRPr sz="3450" b="1">
                <a:solidFill>
                  <a:srgbClr val="087F81"/>
                </a:solidFill>
                <a:latin typeface="Arial"/>
                <a:ea typeface="Arial"/>
                <a:cs typeface="Arial"/>
              </a:defRPr>
            </a:lvl8pPr>
            <a:lvl9pPr algn="l">
              <a:defRPr sz="3450" b="1">
                <a:solidFill>
                  <a:srgbClr val="087F81"/>
                </a:solidFill>
                <a:latin typeface="Arial"/>
                <a:ea typeface="Arial"/>
                <a:cs typeface="Arial"/>
              </a:defRPr>
            </a:lvl9pPr>
          </a:lstStyle>
          <a:p xmlns:a="http://schemas.openxmlformats.org/drawingml/2006/main">
            <a:pPr algn="l">
              <a:defRPr sz="3450" b="1">
                <a:solidFill>
                  <a:srgbClr val="087F81"/>
                </a:solidFill>
                <a:latin typeface="Arial"/>
                <a:ea typeface="Arial"/>
                <a:cs typeface="Arial"/>
              </a:defRPr>
            </a:pPr>
            <a:r>
              <a:rPr sz="3450" b="1">
                <a:solidFill>
                  <a:srgbClr val="087F81"/>
                </a:solidFill>
                <a:latin typeface="Arial"/>
                <a:ea typeface="Arial"/>
                <a:cs typeface="Arial"/>
              </a:rPr>
              <a:t>R</a:t>
            </a:r>
          </a:p>
        </p:txBody>
      </p:sp>
      <p:sp>
        <p:nvSpPr>
          <p:cNvPr id="11" name="Reset">
            <a:extLst xmlns:a="http://schemas.openxmlformats.org/drawingml/2006/main">
              <a:ext uri="{FF2B5EF4-FFF2-40B4-BE49-F238E27FC236}">
                <a16:creationId xmlns:a16="http://schemas.microsoft.com/office/drawing/2014/main" id="{B0ED6238-2D62-491C-9526-8FA30536CCD6}"/>
              </a:ext>
            </a:extLst>
          </p:cNvPr>
          <p:cNvSpPr>
            <a:spLocks xmlns:a="http://schemas.openxmlformats.org/drawingml/2006/main" noGrp="1"/>
          </p:cNvSpPr>
          <p:nvPr/>
        </p:nvSpPr>
        <p:spPr>
          <a:xfrm xmlns:a="http://schemas.openxmlformats.org/drawingml/2006/main">
            <a:off x="1695450" y="4495800"/>
            <a:ext cx="266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1">
                <a:solidFill>
                  <a:srgbClr val="13263A"/>
                </a:solidFill>
                <a:latin typeface="Arial"/>
                <a:ea typeface="Arial"/>
                <a:cs typeface="Arial"/>
              </a:defRPr>
            </a:defPPr>
            <a:lvl1pPr algn="l">
              <a:defRPr sz="2250" b="1">
                <a:solidFill>
                  <a:srgbClr val="13263A"/>
                </a:solidFill>
                <a:latin typeface="Arial"/>
                <a:ea typeface="Arial"/>
                <a:cs typeface="Arial"/>
              </a:defRPr>
            </a:lvl1pPr>
            <a:lvl2pPr algn="l">
              <a:defRPr sz="2250" b="1">
                <a:solidFill>
                  <a:srgbClr val="13263A"/>
                </a:solidFill>
                <a:latin typeface="Arial"/>
                <a:ea typeface="Arial"/>
                <a:cs typeface="Arial"/>
              </a:defRPr>
            </a:lvl2pPr>
            <a:lvl3pPr algn="l">
              <a:defRPr sz="2250" b="1">
                <a:solidFill>
                  <a:srgbClr val="13263A"/>
                </a:solidFill>
                <a:latin typeface="Arial"/>
                <a:ea typeface="Arial"/>
                <a:cs typeface="Arial"/>
              </a:defRPr>
            </a:lvl3pPr>
            <a:lvl4pPr algn="l">
              <a:defRPr sz="2250" b="1">
                <a:solidFill>
                  <a:srgbClr val="13263A"/>
                </a:solidFill>
                <a:latin typeface="Arial"/>
                <a:ea typeface="Arial"/>
                <a:cs typeface="Arial"/>
              </a:defRPr>
            </a:lvl4pPr>
            <a:lvl5pPr algn="l">
              <a:defRPr sz="2250" b="1">
                <a:solidFill>
                  <a:srgbClr val="13263A"/>
                </a:solidFill>
                <a:latin typeface="Arial"/>
                <a:ea typeface="Arial"/>
                <a:cs typeface="Arial"/>
              </a:defRPr>
            </a:lvl5pPr>
            <a:lvl6pPr algn="l">
              <a:defRPr sz="2250" b="1">
                <a:solidFill>
                  <a:srgbClr val="13263A"/>
                </a:solidFill>
                <a:latin typeface="Arial"/>
                <a:ea typeface="Arial"/>
                <a:cs typeface="Arial"/>
              </a:defRPr>
            </a:lvl6pPr>
            <a:lvl7pPr algn="l">
              <a:defRPr sz="2250" b="1">
                <a:solidFill>
                  <a:srgbClr val="13263A"/>
                </a:solidFill>
                <a:latin typeface="Arial"/>
                <a:ea typeface="Arial"/>
                <a:cs typeface="Arial"/>
              </a:defRPr>
            </a:lvl7pPr>
            <a:lvl8pPr algn="l">
              <a:defRPr sz="2250" b="1">
                <a:solidFill>
                  <a:srgbClr val="13263A"/>
                </a:solidFill>
                <a:latin typeface="Arial"/>
                <a:ea typeface="Arial"/>
                <a:cs typeface="Arial"/>
              </a:defRPr>
            </a:lvl8pPr>
            <a:lvl9pPr algn="l">
              <a:defRPr sz="2250" b="1">
                <a:solidFill>
                  <a:srgbClr val="13263A"/>
                </a:solidFill>
                <a:latin typeface="Arial"/>
                <a:ea typeface="Arial"/>
                <a:cs typeface="Arial"/>
              </a:defRPr>
            </a:lvl9pPr>
          </a:lstStyle>
          <a:p xmlns:a="http://schemas.openxmlformats.org/drawingml/2006/main">
            <a:pPr algn="l">
              <a:defRPr sz="2250" b="1">
                <a:solidFill>
                  <a:srgbClr val="13263A"/>
                </a:solidFill>
                <a:latin typeface="Arial"/>
                <a:ea typeface="Arial"/>
                <a:cs typeface="Arial"/>
              </a:defRPr>
            </a:pPr>
            <a:r>
              <a:rPr sz="2250" b="1">
                <a:solidFill>
                  <a:srgbClr val="13263A"/>
                </a:solidFill>
                <a:latin typeface="Arial"/>
                <a:ea typeface="Arial"/>
                <a:cs typeface="Arial"/>
              </a:rPr>
              <a:t>Reset</a:t>
            </a:r>
          </a:p>
        </p:txBody>
      </p:sp>
      <p:sp>
        <p:nvSpPr>
          <p:cNvPr id="12" name="Stop the timer, return to zero, and clear all laps.">
            <a:extLst xmlns:a="http://schemas.openxmlformats.org/drawingml/2006/main">
              <a:ext uri="{FF2B5EF4-FFF2-40B4-BE49-F238E27FC236}">
                <a16:creationId xmlns:a16="http://schemas.microsoft.com/office/drawing/2014/main" id="{C0771986-EC46-49A0-A59D-FEEA2052053F}"/>
              </a:ext>
            </a:extLst>
          </p:cNvPr>
          <p:cNvSpPr>
            <a:spLocks xmlns:a="http://schemas.openxmlformats.org/drawingml/2006/main" noGrp="1"/>
          </p:cNvSpPr>
          <p:nvPr/>
        </p:nvSpPr>
        <p:spPr>
          <a:xfrm xmlns:a="http://schemas.openxmlformats.org/drawingml/2006/main">
            <a:off x="4667250" y="4457700"/>
            <a:ext cx="657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183044"/>
                </a:solidFill>
                <a:latin typeface="Arial"/>
                <a:ea typeface="Arial"/>
                <a:cs typeface="Arial"/>
              </a:defRPr>
            </a:defPPr>
            <a:lvl1pPr algn="l">
              <a:defRPr sz="2025" b="0">
                <a:solidFill>
                  <a:srgbClr val="183044"/>
                </a:solidFill>
                <a:latin typeface="Arial"/>
                <a:ea typeface="Arial"/>
                <a:cs typeface="Arial"/>
              </a:defRPr>
            </a:lvl1pPr>
            <a:lvl2pPr algn="l">
              <a:defRPr sz="2025" b="0">
                <a:solidFill>
                  <a:srgbClr val="183044"/>
                </a:solidFill>
                <a:latin typeface="Arial"/>
                <a:ea typeface="Arial"/>
                <a:cs typeface="Arial"/>
              </a:defRPr>
            </a:lvl2pPr>
            <a:lvl3pPr algn="l">
              <a:defRPr sz="2025" b="0">
                <a:solidFill>
                  <a:srgbClr val="183044"/>
                </a:solidFill>
                <a:latin typeface="Arial"/>
                <a:ea typeface="Arial"/>
                <a:cs typeface="Arial"/>
              </a:defRPr>
            </a:lvl3pPr>
            <a:lvl4pPr algn="l">
              <a:defRPr sz="2025" b="0">
                <a:solidFill>
                  <a:srgbClr val="183044"/>
                </a:solidFill>
                <a:latin typeface="Arial"/>
                <a:ea typeface="Arial"/>
                <a:cs typeface="Arial"/>
              </a:defRPr>
            </a:lvl4pPr>
            <a:lvl5pPr algn="l">
              <a:defRPr sz="2025" b="0">
                <a:solidFill>
                  <a:srgbClr val="183044"/>
                </a:solidFill>
                <a:latin typeface="Arial"/>
                <a:ea typeface="Arial"/>
                <a:cs typeface="Arial"/>
              </a:defRPr>
            </a:lvl5pPr>
            <a:lvl6pPr algn="l">
              <a:defRPr sz="2025" b="0">
                <a:solidFill>
                  <a:srgbClr val="183044"/>
                </a:solidFill>
                <a:latin typeface="Arial"/>
                <a:ea typeface="Arial"/>
                <a:cs typeface="Arial"/>
              </a:defRPr>
            </a:lvl6pPr>
            <a:lvl7pPr algn="l">
              <a:defRPr sz="2025" b="0">
                <a:solidFill>
                  <a:srgbClr val="183044"/>
                </a:solidFill>
                <a:latin typeface="Arial"/>
                <a:ea typeface="Arial"/>
                <a:cs typeface="Arial"/>
              </a:defRPr>
            </a:lvl7pPr>
            <a:lvl8pPr algn="l">
              <a:defRPr sz="2025" b="0">
                <a:solidFill>
                  <a:srgbClr val="183044"/>
                </a:solidFill>
                <a:latin typeface="Arial"/>
                <a:ea typeface="Arial"/>
                <a:cs typeface="Arial"/>
              </a:defRPr>
            </a:lvl8pPr>
            <a:lvl9pPr algn="l">
              <a:defRPr sz="2025" b="0">
                <a:solidFill>
                  <a:srgbClr val="183044"/>
                </a:solidFill>
                <a:latin typeface="Arial"/>
                <a:ea typeface="Arial"/>
                <a:cs typeface="Arial"/>
              </a:defRPr>
            </a:lvl9pPr>
          </a:lstStyle>
          <a:p xmlns:a="http://schemas.openxmlformats.org/drawingml/2006/main">
            <a:pPr algn="l">
              <a:defRPr sz="2025" b="0">
                <a:solidFill>
                  <a:srgbClr val="183044"/>
                </a:solidFill>
                <a:latin typeface="Arial"/>
                <a:ea typeface="Arial"/>
                <a:cs typeface="Arial"/>
              </a:defRPr>
            </a:pPr>
            <a:r>
              <a:rPr sz="2025" b="0">
                <a:solidFill>
                  <a:srgbClr val="183044"/>
                </a:solidFill>
                <a:latin typeface="Arial"/>
                <a:ea typeface="Arial"/>
                <a:cs typeface="Arial"/>
              </a:rPr>
              <a:t>Stop the timer, return to zero, and clear all laps.</a:t>
            </a:r>
          </a:p>
        </p:txBody>
      </p:sp>
      <p:sp>
        <p:nvSpPr>
          <p:cNvPr id="13" name="Display format: minutes : seconds . hundredths">
            <a:extLst xmlns:a="http://schemas.openxmlformats.org/drawingml/2006/main">
              <a:ext uri="{FF2B5EF4-FFF2-40B4-BE49-F238E27FC236}">
                <a16:creationId xmlns:a16="http://schemas.microsoft.com/office/drawing/2014/main" id="{778471C3-B549-4DD7-B47E-0EF416706361}"/>
              </a:ext>
            </a:extLst>
          </p:cNvPr>
          <p:cNvSpPr>
            <a:spLocks xmlns:a="http://schemas.openxmlformats.org/drawingml/2006/main" noGrp="1"/>
          </p:cNvSpPr>
          <p:nvPr/>
        </p:nvSpPr>
        <p:spPr>
          <a:xfrm xmlns:a="http://schemas.openxmlformats.org/drawingml/2006/main">
            <a:off x="685800" y="57912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566B7B"/>
                </a:solidFill>
                <a:latin typeface="Arial"/>
                <a:ea typeface="Arial"/>
                <a:cs typeface="Arial"/>
              </a:defRPr>
            </a:defPPr>
            <a:lvl1pPr algn="l">
              <a:defRPr sz="1875" b="0">
                <a:solidFill>
                  <a:srgbClr val="566B7B"/>
                </a:solidFill>
                <a:latin typeface="Arial"/>
                <a:ea typeface="Arial"/>
                <a:cs typeface="Arial"/>
              </a:defRPr>
            </a:lvl1pPr>
            <a:lvl2pPr algn="l">
              <a:defRPr sz="1875" b="0">
                <a:solidFill>
                  <a:srgbClr val="566B7B"/>
                </a:solidFill>
                <a:latin typeface="Arial"/>
                <a:ea typeface="Arial"/>
                <a:cs typeface="Arial"/>
              </a:defRPr>
            </a:lvl2pPr>
            <a:lvl3pPr algn="l">
              <a:defRPr sz="1875" b="0">
                <a:solidFill>
                  <a:srgbClr val="566B7B"/>
                </a:solidFill>
                <a:latin typeface="Arial"/>
                <a:ea typeface="Arial"/>
                <a:cs typeface="Arial"/>
              </a:defRPr>
            </a:lvl3pPr>
            <a:lvl4pPr algn="l">
              <a:defRPr sz="1875" b="0">
                <a:solidFill>
                  <a:srgbClr val="566B7B"/>
                </a:solidFill>
                <a:latin typeface="Arial"/>
                <a:ea typeface="Arial"/>
                <a:cs typeface="Arial"/>
              </a:defRPr>
            </a:lvl4pPr>
            <a:lvl5pPr algn="l">
              <a:defRPr sz="1875" b="0">
                <a:solidFill>
                  <a:srgbClr val="566B7B"/>
                </a:solidFill>
                <a:latin typeface="Arial"/>
                <a:ea typeface="Arial"/>
                <a:cs typeface="Arial"/>
              </a:defRPr>
            </a:lvl5pPr>
            <a:lvl6pPr algn="l">
              <a:defRPr sz="1875" b="0">
                <a:solidFill>
                  <a:srgbClr val="566B7B"/>
                </a:solidFill>
                <a:latin typeface="Arial"/>
                <a:ea typeface="Arial"/>
                <a:cs typeface="Arial"/>
              </a:defRPr>
            </a:lvl6pPr>
            <a:lvl7pPr algn="l">
              <a:defRPr sz="1875" b="0">
                <a:solidFill>
                  <a:srgbClr val="566B7B"/>
                </a:solidFill>
                <a:latin typeface="Arial"/>
                <a:ea typeface="Arial"/>
                <a:cs typeface="Arial"/>
              </a:defRPr>
            </a:lvl7pPr>
            <a:lvl8pPr algn="l">
              <a:defRPr sz="1875" b="0">
                <a:solidFill>
                  <a:srgbClr val="566B7B"/>
                </a:solidFill>
                <a:latin typeface="Arial"/>
                <a:ea typeface="Arial"/>
                <a:cs typeface="Arial"/>
              </a:defRPr>
            </a:lvl8pPr>
            <a:lvl9pPr algn="l">
              <a:defRPr sz="1875" b="0">
                <a:solidFill>
                  <a:srgbClr val="566B7B"/>
                </a:solidFill>
                <a:latin typeface="Arial"/>
                <a:ea typeface="Arial"/>
                <a:cs typeface="Arial"/>
              </a:defRPr>
            </a:lvl9pPr>
          </a:lstStyle>
          <a:p xmlns:a="http://schemas.openxmlformats.org/drawingml/2006/main">
            <a:pPr algn="l">
              <a:defRPr sz="1875" b="0">
                <a:solidFill>
                  <a:srgbClr val="566B7B"/>
                </a:solidFill>
                <a:latin typeface="Arial"/>
                <a:ea typeface="Arial"/>
                <a:cs typeface="Arial"/>
              </a:defRPr>
            </a:pPr>
            <a:r>
              <a:rPr sz="1875" b="0">
                <a:solidFill>
                  <a:srgbClr val="566B7B"/>
                </a:solidFill>
                <a:latin typeface="Arial"/>
                <a:ea typeface="Arial"/>
                <a:cs typeface="Arial"/>
              </a:rPr>
              <a:t>Display format: minutes : seconds . hundredths</a:t>
            </a:r>
          </a:p>
        </p:txBody>
      </p:sp>
    </p:spTree>
    <p:extLst>
      <p:ext uri="{BB962C8B-B14F-4D97-AF65-F5344CB8AC3E}">
        <p14:creationId xmlns:p14="http://schemas.microsoft.com/office/powerpoint/2010/main" val="1090834625"/>
      </p:ext>
    </p:extLst>
  </p:cSld>
</p:sld>
</file>

<file path=ppt/slides/slide3.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1006B62E-086B-4CA0-AB46-599B1B2E3DC4}"/>
              </a:ext>
            </a:extLst>
          </p:cNvPr>
          <p:cNvCxnSpPr>
            <a:stCxn xmlns:a="http://schemas.openxmlformats.org/drawingml/2006/main" id="9" idx="3"/>
            <a:endCxn xmlns:a="http://schemas.openxmlformats.org/drawingml/2006/main" id="10" idx="1"/>
          </p:cNvCxnSpPr>
          <p:nvPr/>
        </p:nvCxnSpPr>
        <p:spPr>
          <a:xfrm xmlns:a="http://schemas.openxmlformats.org/drawingml/2006/main" flipV="1">
            <a:off x="8991600" y="3857625"/>
            <a:ext cx="762000" cy="881063"/>
          </a:xfrm>
          <a:prstGeom xmlns:a="http://schemas.openxmlformats.org/drawingml/2006/main" prst="bentConnector3">
            <a:avLst>
              <a:gd name="adj1" fmla="val 50000"/>
            </a:avLst>
          </a:prstGeom>
          <a:ln xmlns:a="http://schemas.openxmlformats.org/drawingml/2006/main" w="23813">
            <a:solidFill>
              <a:srgbClr val="087F81"/>
            </a:solidFill>
            <a:tailEnd type="triangle" w="med" len="med"/>
          </a:ln>
        </p:spPr>
      </p:cxnSp>
      <p:cxnSp>
        <p:nvCxnSpPr>
          <p:cNvPr id="15" name="">
            <a:extLst xmlns:a="http://schemas.openxmlformats.org/drawingml/2006/main">
              <a:ext uri="{FF2B5EF4-FFF2-40B4-BE49-F238E27FC236}">
                <a16:creationId xmlns:a16="http://schemas.microsoft.com/office/drawing/2014/main" id="{8EA24350-A9D0-4C8A-AC11-A6FF2F97E057}"/>
              </a:ext>
            </a:extLst>
          </p:cNvPr>
          <p:cNvCxnSpPr>
            <a:stCxn xmlns:a="http://schemas.openxmlformats.org/drawingml/2006/main" id="8" idx="3"/>
            <a:endCxn xmlns:a="http://schemas.openxmlformats.org/drawingml/2006/main" id="10" idx="1"/>
          </p:cNvCxnSpPr>
          <p:nvPr/>
        </p:nvCxnSpPr>
        <p:spPr>
          <a:xfrm xmlns:a="http://schemas.openxmlformats.org/drawingml/2006/main">
            <a:off x="8991600" y="2976563"/>
            <a:ext cx="762000" cy="881063"/>
          </a:xfrm>
          <a:prstGeom xmlns:a="http://schemas.openxmlformats.org/drawingml/2006/main" prst="bentConnector3">
            <a:avLst>
              <a:gd name="adj1" fmla="val 50000"/>
            </a:avLst>
          </a:prstGeom>
          <a:ln xmlns:a="http://schemas.openxmlformats.org/drawingml/2006/main" w="23813">
            <a:solidFill>
              <a:srgbClr val="087F81"/>
            </a:solidFill>
            <a:tailEnd type="triangle" w="med" len="med"/>
          </a:ln>
        </p:spPr>
      </p:cxnSp>
      <p:cxnSp>
        <p:nvCxnSpPr>
          <p:cNvPr id="14" name="">
            <a:extLst xmlns:a="http://schemas.openxmlformats.org/drawingml/2006/main">
              <a:ext uri="{FF2B5EF4-FFF2-40B4-BE49-F238E27FC236}">
                <a16:creationId xmlns:a16="http://schemas.microsoft.com/office/drawing/2014/main" id="{404152B0-F708-4215-BF38-59499ED20DC7}"/>
              </a:ext>
            </a:extLst>
          </p:cNvPr>
          <p:cNvCxnSpPr>
            <a:stCxn xmlns:a="http://schemas.openxmlformats.org/drawingml/2006/main" id="7" idx="3"/>
            <a:endCxn xmlns:a="http://schemas.openxmlformats.org/drawingml/2006/main" id="9" idx="1"/>
          </p:cNvCxnSpPr>
          <p:nvPr/>
        </p:nvCxnSpPr>
        <p:spPr>
          <a:xfrm xmlns:a="http://schemas.openxmlformats.org/drawingml/2006/main">
            <a:off x="6038850" y="4738688"/>
            <a:ext cx="762000" cy="0"/>
          </a:xfrm>
          <a:prstGeom xmlns:a="http://schemas.openxmlformats.org/drawingml/2006/main" prst="straightConnector1">
            <a:avLst/>
          </a:prstGeom>
          <a:ln xmlns:a="http://schemas.openxmlformats.org/drawingml/2006/main" w="23813">
            <a:solidFill>
              <a:srgbClr val="087F81"/>
            </a:solidFill>
            <a:tailEnd type="triangle" w="med" len="med"/>
          </a:ln>
        </p:spPr>
      </p:cxnSp>
      <p:cxnSp>
        <p:nvCxnSpPr>
          <p:cNvPr id="13" name="">
            <a:extLst xmlns:a="http://schemas.openxmlformats.org/drawingml/2006/main">
              <a:ext uri="{FF2B5EF4-FFF2-40B4-BE49-F238E27FC236}">
                <a16:creationId xmlns:a16="http://schemas.microsoft.com/office/drawing/2014/main" id="{77F0E0A3-99DD-4A14-914F-CE6EB42320C5}"/>
              </a:ext>
            </a:extLst>
          </p:cNvPr>
          <p:cNvCxnSpPr>
            <a:stCxn xmlns:a="http://schemas.openxmlformats.org/drawingml/2006/main" id="6" idx="3"/>
            <a:endCxn xmlns:a="http://schemas.openxmlformats.org/drawingml/2006/main" id="8" idx="1"/>
          </p:cNvCxnSpPr>
          <p:nvPr/>
        </p:nvCxnSpPr>
        <p:spPr>
          <a:xfrm xmlns:a="http://schemas.openxmlformats.org/drawingml/2006/main">
            <a:off x="6038850" y="2976563"/>
            <a:ext cx="762000" cy="0"/>
          </a:xfrm>
          <a:prstGeom xmlns:a="http://schemas.openxmlformats.org/drawingml/2006/main" prst="straightConnector1">
            <a:avLst/>
          </a:prstGeom>
          <a:ln xmlns:a="http://schemas.openxmlformats.org/drawingml/2006/main" w="23813">
            <a:solidFill>
              <a:srgbClr val="087F81"/>
            </a:solidFill>
            <a:tailEnd type="triangle" w="med" len="med"/>
          </a:ln>
        </p:spPr>
      </p:cxnSp>
      <p:cxnSp>
        <p:nvCxnSpPr>
          <p:cNvPr id="12" name="">
            <a:extLst xmlns:a="http://schemas.openxmlformats.org/drawingml/2006/main">
              <a:ext uri="{FF2B5EF4-FFF2-40B4-BE49-F238E27FC236}">
                <a16:creationId xmlns:a16="http://schemas.microsoft.com/office/drawing/2014/main" id="{689324C8-775C-4931-A533-39989D3D96A7}"/>
              </a:ext>
            </a:extLst>
          </p:cNvPr>
          <p:cNvCxnSpPr>
            <a:stCxn xmlns:a="http://schemas.openxmlformats.org/drawingml/2006/main" id="5" idx="3"/>
            <a:endCxn xmlns:a="http://schemas.openxmlformats.org/drawingml/2006/main" id="7" idx="1"/>
          </p:cNvCxnSpPr>
          <p:nvPr/>
        </p:nvCxnSpPr>
        <p:spPr>
          <a:xfrm xmlns:a="http://schemas.openxmlformats.org/drawingml/2006/main">
            <a:off x="2800350" y="4738688"/>
            <a:ext cx="762000" cy="0"/>
          </a:xfrm>
          <a:prstGeom xmlns:a="http://schemas.openxmlformats.org/drawingml/2006/main" prst="straightConnector1">
            <a:avLst/>
          </a:prstGeom>
          <a:ln xmlns:a="http://schemas.openxmlformats.org/drawingml/2006/main" w="23813">
            <a:solidFill>
              <a:srgbClr val="087F81"/>
            </a:solidFill>
            <a:tailEnd type="triangle" w="med" len="med"/>
          </a:ln>
        </p:spPr>
      </p:cxnSp>
      <p:cxnSp>
        <p:nvCxnSpPr>
          <p:cNvPr id="11" name="">
            <a:extLst xmlns:a="http://schemas.openxmlformats.org/drawingml/2006/main">
              <a:ext uri="{FF2B5EF4-FFF2-40B4-BE49-F238E27FC236}">
                <a16:creationId xmlns:a16="http://schemas.microsoft.com/office/drawing/2014/main" id="{E2576768-4D94-4854-8199-D843A4AD00FE}"/>
              </a:ext>
            </a:extLst>
          </p:cNvPr>
          <p:cNvCxnSpPr>
            <a:stCxn xmlns:a="http://schemas.openxmlformats.org/drawingml/2006/main" id="4" idx="3"/>
            <a:endCxn xmlns:a="http://schemas.openxmlformats.org/drawingml/2006/main" id="6" idx="1"/>
          </p:cNvCxnSpPr>
          <p:nvPr/>
        </p:nvCxnSpPr>
        <p:spPr>
          <a:xfrm xmlns:a="http://schemas.openxmlformats.org/drawingml/2006/main">
            <a:off x="2800350" y="2976563"/>
            <a:ext cx="762000" cy="0"/>
          </a:xfrm>
          <a:prstGeom xmlns:a="http://schemas.openxmlformats.org/drawingml/2006/main" prst="straightConnector1">
            <a:avLst/>
          </a:prstGeom>
          <a:ln xmlns:a="http://schemas.openxmlformats.org/drawingml/2006/main" w="23813">
            <a:solidFill>
              <a:srgbClr val="087F81"/>
            </a:solidFill>
            <a:tailEnd type="triangle" w="med" len="med"/>
          </a:ln>
        </p:spPr>
      </p:cxnSp>
      <p:sp>
        <p:nvSpPr>
          <p:cNvPr id="18" name="Planning the system diagram">
            <a:extLst xmlns:a="http://schemas.openxmlformats.org/drawingml/2006/main">
              <a:ext uri="{FF2B5EF4-FFF2-40B4-BE49-F238E27FC236}">
                <a16:creationId xmlns:a16="http://schemas.microsoft.com/office/drawing/2014/main" id="{957946EE-9362-4445-81F4-B5DA28BC5876}"/>
              </a:ext>
            </a:extLst>
          </p:cNvPr>
          <p:cNvSpPr>
            <a:spLocks xmlns:a="http://schemas.openxmlformats.org/drawingml/2006/main" noGrp="1"/>
          </p:cNvSpPr>
          <p:nvPr/>
        </p:nvSpPr>
        <p:spPr>
          <a:xfrm xmlns:a="http://schemas.openxmlformats.org/drawingml/2006/main">
            <a:off x="609600" y="495300"/>
            <a:ext cx="10858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450" b="1">
                <a:solidFill>
                  <a:srgbClr val="13263A"/>
                </a:solidFill>
                <a:latin typeface="Arial"/>
                <a:ea typeface="Arial"/>
                <a:cs typeface="Arial"/>
              </a:defRPr>
            </a:defPPr>
            <a:lvl1pPr algn="l">
              <a:defRPr sz="3450" b="1">
                <a:solidFill>
                  <a:srgbClr val="13263A"/>
                </a:solidFill>
                <a:latin typeface="Arial"/>
                <a:ea typeface="Arial"/>
                <a:cs typeface="Arial"/>
              </a:defRPr>
            </a:lvl1pPr>
            <a:lvl2pPr algn="l">
              <a:defRPr sz="3450" b="1">
                <a:solidFill>
                  <a:srgbClr val="13263A"/>
                </a:solidFill>
                <a:latin typeface="Arial"/>
                <a:ea typeface="Arial"/>
                <a:cs typeface="Arial"/>
              </a:defRPr>
            </a:lvl2pPr>
            <a:lvl3pPr algn="l">
              <a:defRPr sz="3450" b="1">
                <a:solidFill>
                  <a:srgbClr val="13263A"/>
                </a:solidFill>
                <a:latin typeface="Arial"/>
                <a:ea typeface="Arial"/>
                <a:cs typeface="Arial"/>
              </a:defRPr>
            </a:lvl3pPr>
            <a:lvl4pPr algn="l">
              <a:defRPr sz="3450" b="1">
                <a:solidFill>
                  <a:srgbClr val="13263A"/>
                </a:solidFill>
                <a:latin typeface="Arial"/>
                <a:ea typeface="Arial"/>
                <a:cs typeface="Arial"/>
              </a:defRPr>
            </a:lvl4pPr>
            <a:lvl5pPr algn="l">
              <a:defRPr sz="3450" b="1">
                <a:solidFill>
                  <a:srgbClr val="13263A"/>
                </a:solidFill>
                <a:latin typeface="Arial"/>
                <a:ea typeface="Arial"/>
                <a:cs typeface="Arial"/>
              </a:defRPr>
            </a:lvl5pPr>
            <a:lvl6pPr algn="l">
              <a:defRPr sz="3450" b="1">
                <a:solidFill>
                  <a:srgbClr val="13263A"/>
                </a:solidFill>
                <a:latin typeface="Arial"/>
                <a:ea typeface="Arial"/>
                <a:cs typeface="Arial"/>
              </a:defRPr>
            </a:lvl6pPr>
            <a:lvl7pPr algn="l">
              <a:defRPr sz="3450" b="1">
                <a:solidFill>
                  <a:srgbClr val="13263A"/>
                </a:solidFill>
                <a:latin typeface="Arial"/>
                <a:ea typeface="Arial"/>
                <a:cs typeface="Arial"/>
              </a:defRPr>
            </a:lvl7pPr>
            <a:lvl8pPr algn="l">
              <a:defRPr sz="3450" b="1">
                <a:solidFill>
                  <a:srgbClr val="13263A"/>
                </a:solidFill>
                <a:latin typeface="Arial"/>
                <a:ea typeface="Arial"/>
                <a:cs typeface="Arial"/>
              </a:defRPr>
            </a:lvl8pPr>
            <a:lvl9pPr algn="l">
              <a:defRPr sz="3450" b="1">
                <a:solidFill>
                  <a:srgbClr val="13263A"/>
                </a:solidFill>
                <a:latin typeface="Arial"/>
                <a:ea typeface="Arial"/>
                <a:cs typeface="Arial"/>
              </a:defRPr>
            </a:lvl9pPr>
          </a:lstStyle>
          <a:p xmlns:a="http://schemas.openxmlformats.org/drawingml/2006/main">
            <a:pPr algn="l">
              <a:defRPr sz="3450" b="1">
                <a:solidFill>
                  <a:srgbClr val="13263A"/>
                </a:solidFill>
                <a:latin typeface="Arial"/>
                <a:ea typeface="Arial"/>
                <a:cs typeface="Arial"/>
              </a:defRPr>
            </a:pPr>
            <a:r>
              <a:rPr sz="3450" b="1">
                <a:solidFill>
                  <a:srgbClr val="13263A"/>
                </a:solidFill>
                <a:latin typeface="Arial"/>
                <a:ea typeface="Arial"/>
                <a:cs typeface="Arial"/>
              </a:rPr>
              <a:t>Planning the system diagram</a:t>
            </a:r>
          </a:p>
        </p:txBody>
      </p:sp>
      <p:sp>
        <p:nvSpPr>
          <p:cNvPr id="2" name="03">
            <a:extLst xmlns:a="http://schemas.openxmlformats.org/drawingml/2006/main">
              <a:ext uri="{FF2B5EF4-FFF2-40B4-BE49-F238E27FC236}">
                <a16:creationId xmlns:a16="http://schemas.microsoft.com/office/drawing/2014/main" id="{B4314EE0-938F-4494-AA44-7B4363D754AE}"/>
              </a:ext>
            </a:extLst>
          </p:cNvPr>
          <p:cNvSpPr>
            <a:spLocks xmlns:a="http://schemas.openxmlformats.org/drawingml/2006/main" noGrp="1"/>
          </p:cNvSpPr>
          <p:nvPr/>
        </p:nvSpPr>
        <p:spPr>
          <a:xfrm xmlns:a="http://schemas.openxmlformats.org/drawingml/2006/main">
            <a:off x="11049000" y="61912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66B7B"/>
                </a:solidFill>
                <a:latin typeface="Arial"/>
                <a:ea typeface="Arial"/>
                <a:cs typeface="Arial"/>
              </a:defRPr>
            </a:defPPr>
            <a:lvl1pPr algn="r">
              <a:defRPr sz="1350" b="0">
                <a:solidFill>
                  <a:srgbClr val="566B7B"/>
                </a:solidFill>
                <a:latin typeface="Arial"/>
                <a:ea typeface="Arial"/>
                <a:cs typeface="Arial"/>
              </a:defRPr>
            </a:lvl1pPr>
            <a:lvl2pPr algn="r">
              <a:defRPr sz="1350" b="0">
                <a:solidFill>
                  <a:srgbClr val="566B7B"/>
                </a:solidFill>
                <a:latin typeface="Arial"/>
                <a:ea typeface="Arial"/>
                <a:cs typeface="Arial"/>
              </a:defRPr>
            </a:lvl2pPr>
            <a:lvl3pPr algn="r">
              <a:defRPr sz="1350" b="0">
                <a:solidFill>
                  <a:srgbClr val="566B7B"/>
                </a:solidFill>
                <a:latin typeface="Arial"/>
                <a:ea typeface="Arial"/>
                <a:cs typeface="Arial"/>
              </a:defRPr>
            </a:lvl3pPr>
            <a:lvl4pPr algn="r">
              <a:defRPr sz="1350" b="0">
                <a:solidFill>
                  <a:srgbClr val="566B7B"/>
                </a:solidFill>
                <a:latin typeface="Arial"/>
                <a:ea typeface="Arial"/>
                <a:cs typeface="Arial"/>
              </a:defRPr>
            </a:lvl4pPr>
            <a:lvl5pPr algn="r">
              <a:defRPr sz="1350" b="0">
                <a:solidFill>
                  <a:srgbClr val="566B7B"/>
                </a:solidFill>
                <a:latin typeface="Arial"/>
                <a:ea typeface="Arial"/>
                <a:cs typeface="Arial"/>
              </a:defRPr>
            </a:lvl5pPr>
            <a:lvl6pPr algn="r">
              <a:defRPr sz="1350" b="0">
                <a:solidFill>
                  <a:srgbClr val="566B7B"/>
                </a:solidFill>
                <a:latin typeface="Arial"/>
                <a:ea typeface="Arial"/>
                <a:cs typeface="Arial"/>
              </a:defRPr>
            </a:lvl6pPr>
            <a:lvl7pPr algn="r">
              <a:defRPr sz="1350" b="0">
                <a:solidFill>
                  <a:srgbClr val="566B7B"/>
                </a:solidFill>
                <a:latin typeface="Arial"/>
                <a:ea typeface="Arial"/>
                <a:cs typeface="Arial"/>
              </a:defRPr>
            </a:lvl7pPr>
            <a:lvl8pPr algn="r">
              <a:defRPr sz="1350" b="0">
                <a:solidFill>
                  <a:srgbClr val="566B7B"/>
                </a:solidFill>
                <a:latin typeface="Arial"/>
                <a:ea typeface="Arial"/>
                <a:cs typeface="Arial"/>
              </a:defRPr>
            </a:lvl8pPr>
            <a:lvl9pPr algn="r">
              <a:defRPr sz="1350" b="0">
                <a:solidFill>
                  <a:srgbClr val="566B7B"/>
                </a:solidFill>
                <a:latin typeface="Arial"/>
                <a:ea typeface="Arial"/>
                <a:cs typeface="Arial"/>
              </a:defRPr>
            </a:lvl9pPr>
          </a:lstStyle>
          <a:p xmlns:a="http://schemas.openxmlformats.org/drawingml/2006/main">
            <a:pPr algn="r">
              <a:defRPr sz="1350" b="0">
                <a:solidFill>
                  <a:srgbClr val="566B7B"/>
                </a:solidFill>
                <a:latin typeface="Arial"/>
                <a:ea typeface="Arial"/>
                <a:cs typeface="Arial"/>
              </a:defRPr>
            </a:pPr>
            <a:r>
              <a:rPr sz="1350" b="0">
                <a:solidFill>
                  <a:srgbClr val="566B7B"/>
                </a:solidFill>
                <a:latin typeface="Arial"/>
                <a:ea typeface="Arial"/>
                <a:cs typeface="Arial"/>
              </a:rPr>
              <a:t>03</a:t>
            </a:r>
          </a:p>
        </p:txBody>
      </p:sp>
      <p:sp>
        <p:nvSpPr>
          <p:cNvPr id="3" name="Separate the assembly logic from Python input and display.">
            <a:extLst xmlns:a="http://schemas.openxmlformats.org/drawingml/2006/main">
              <a:ext uri="{FF2B5EF4-FFF2-40B4-BE49-F238E27FC236}">
                <a16:creationId xmlns:a16="http://schemas.microsoft.com/office/drawing/2014/main" id="{160FF4EB-CCA2-4094-A9FD-F16144BCC16C}"/>
              </a:ext>
            </a:extLst>
          </p:cNvPr>
          <p:cNvSpPr>
            <a:spLocks xmlns:a="http://schemas.openxmlformats.org/drawingml/2006/main" noGrp="1"/>
          </p:cNvSpPr>
          <p:nvPr/>
        </p:nvSpPr>
        <p:spPr>
          <a:xfrm xmlns:a="http://schemas.openxmlformats.org/drawingml/2006/main">
            <a:off x="609600" y="1447800"/>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0">
                <a:solidFill>
                  <a:srgbClr val="566B7B"/>
                </a:solidFill>
                <a:latin typeface="Arial"/>
                <a:ea typeface="Arial"/>
                <a:cs typeface="Arial"/>
              </a:defRPr>
            </a:defPPr>
            <a:lvl1pPr algn="l">
              <a:defRPr sz="2175" b="0">
                <a:solidFill>
                  <a:srgbClr val="566B7B"/>
                </a:solidFill>
                <a:latin typeface="Arial"/>
                <a:ea typeface="Arial"/>
                <a:cs typeface="Arial"/>
              </a:defRPr>
            </a:lvl1pPr>
            <a:lvl2pPr algn="l">
              <a:defRPr sz="2175" b="0">
                <a:solidFill>
                  <a:srgbClr val="566B7B"/>
                </a:solidFill>
                <a:latin typeface="Arial"/>
                <a:ea typeface="Arial"/>
                <a:cs typeface="Arial"/>
              </a:defRPr>
            </a:lvl2pPr>
            <a:lvl3pPr algn="l">
              <a:defRPr sz="2175" b="0">
                <a:solidFill>
                  <a:srgbClr val="566B7B"/>
                </a:solidFill>
                <a:latin typeface="Arial"/>
                <a:ea typeface="Arial"/>
                <a:cs typeface="Arial"/>
              </a:defRPr>
            </a:lvl3pPr>
            <a:lvl4pPr algn="l">
              <a:defRPr sz="2175" b="0">
                <a:solidFill>
                  <a:srgbClr val="566B7B"/>
                </a:solidFill>
                <a:latin typeface="Arial"/>
                <a:ea typeface="Arial"/>
                <a:cs typeface="Arial"/>
              </a:defRPr>
            </a:lvl4pPr>
            <a:lvl5pPr algn="l">
              <a:defRPr sz="2175" b="0">
                <a:solidFill>
                  <a:srgbClr val="566B7B"/>
                </a:solidFill>
                <a:latin typeface="Arial"/>
                <a:ea typeface="Arial"/>
                <a:cs typeface="Arial"/>
              </a:defRPr>
            </a:lvl5pPr>
            <a:lvl6pPr algn="l">
              <a:defRPr sz="2175" b="0">
                <a:solidFill>
                  <a:srgbClr val="566B7B"/>
                </a:solidFill>
                <a:latin typeface="Arial"/>
                <a:ea typeface="Arial"/>
                <a:cs typeface="Arial"/>
              </a:defRPr>
            </a:lvl6pPr>
            <a:lvl7pPr algn="l">
              <a:defRPr sz="2175" b="0">
                <a:solidFill>
                  <a:srgbClr val="566B7B"/>
                </a:solidFill>
                <a:latin typeface="Arial"/>
                <a:ea typeface="Arial"/>
                <a:cs typeface="Arial"/>
              </a:defRPr>
            </a:lvl7pPr>
            <a:lvl8pPr algn="l">
              <a:defRPr sz="2175" b="0">
                <a:solidFill>
                  <a:srgbClr val="566B7B"/>
                </a:solidFill>
                <a:latin typeface="Arial"/>
                <a:ea typeface="Arial"/>
                <a:cs typeface="Arial"/>
              </a:defRPr>
            </a:lvl8pPr>
            <a:lvl9pPr algn="l">
              <a:defRPr sz="2175" b="0">
                <a:solidFill>
                  <a:srgbClr val="566B7B"/>
                </a:solidFill>
                <a:latin typeface="Arial"/>
                <a:ea typeface="Arial"/>
                <a:cs typeface="Arial"/>
              </a:defRPr>
            </a:lvl9pPr>
          </a:lstStyle>
          <a:p xmlns:a="http://schemas.openxmlformats.org/drawingml/2006/main">
            <a:pPr algn="l">
              <a:defRPr sz="2175" b="0">
                <a:solidFill>
                  <a:srgbClr val="566B7B"/>
                </a:solidFill>
                <a:latin typeface="Arial"/>
                <a:ea typeface="Arial"/>
                <a:cs typeface="Arial"/>
              </a:defRPr>
            </a:pPr>
            <a:r>
              <a:rPr sz="2175" b="0">
                <a:solidFill>
                  <a:srgbClr val="566B7B"/>
                </a:solidFill>
                <a:latin typeface="Arial"/>
                <a:ea typeface="Arial"/>
                <a:cs typeface="Arial"/>
              </a:rPr>
              <a:t>Separate the assembly logic from Python input and display.</a:t>
            </a:r>
          </a:p>
        </p:txBody>
      </p:sp>
      <p:sp>
        <p:nvSpPr>
          <p:cNvPr id="4" name="Simulated timer 1,000 cycles / tick">
            <a:extLst xmlns:a="http://schemas.openxmlformats.org/drawingml/2006/main">
              <a:ext uri="{FF2B5EF4-FFF2-40B4-BE49-F238E27FC236}">
                <a16:creationId xmlns:a16="http://schemas.microsoft.com/office/drawing/2014/main" id="{29ED171D-309D-47ED-A6F3-568064D7AF0F}"/>
              </a:ext>
            </a:extLst>
          </p:cNvPr>
          <p:cNvSpPr>
            <a:spLocks xmlns:a="http://schemas.openxmlformats.org/drawingml/2006/main" noGrp="1"/>
          </p:cNvSpPr>
          <p:nvPr/>
        </p:nvSpPr>
        <p:spPr>
          <a:xfrm xmlns:a="http://schemas.openxmlformats.org/drawingml/2006/main">
            <a:off x="609600" y="2428875"/>
            <a:ext cx="219075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B7C8D3"/>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183044"/>
                </a:solidFill>
                <a:latin typeface="Arial"/>
                <a:ea typeface="Arial"/>
                <a:cs typeface="Arial"/>
              </a:defRPr>
            </a:defPPr>
            <a:lvl1pPr algn="ctr">
              <a:defRPr sz="1875" b="0">
                <a:solidFill>
                  <a:srgbClr val="183044"/>
                </a:solidFill>
                <a:latin typeface="Arial"/>
                <a:ea typeface="Arial"/>
                <a:cs typeface="Arial"/>
              </a:defRPr>
            </a:lvl1pPr>
            <a:lvl2pPr algn="ctr">
              <a:defRPr sz="1875" b="0">
                <a:solidFill>
                  <a:srgbClr val="183044"/>
                </a:solidFill>
                <a:latin typeface="Arial"/>
                <a:ea typeface="Arial"/>
                <a:cs typeface="Arial"/>
              </a:defRPr>
            </a:lvl2pPr>
            <a:lvl3pPr algn="ctr">
              <a:defRPr sz="1875" b="0">
                <a:solidFill>
                  <a:srgbClr val="183044"/>
                </a:solidFill>
                <a:latin typeface="Arial"/>
                <a:ea typeface="Arial"/>
                <a:cs typeface="Arial"/>
              </a:defRPr>
            </a:lvl3pPr>
            <a:lvl4pPr algn="ctr">
              <a:defRPr sz="1875" b="0">
                <a:solidFill>
                  <a:srgbClr val="183044"/>
                </a:solidFill>
                <a:latin typeface="Arial"/>
                <a:ea typeface="Arial"/>
                <a:cs typeface="Arial"/>
              </a:defRPr>
            </a:lvl4pPr>
            <a:lvl5pPr algn="ctr">
              <a:defRPr sz="1875" b="0">
                <a:solidFill>
                  <a:srgbClr val="183044"/>
                </a:solidFill>
                <a:latin typeface="Arial"/>
                <a:ea typeface="Arial"/>
                <a:cs typeface="Arial"/>
              </a:defRPr>
            </a:lvl5pPr>
            <a:lvl6pPr algn="ctr">
              <a:defRPr sz="1875" b="0">
                <a:solidFill>
                  <a:srgbClr val="183044"/>
                </a:solidFill>
                <a:latin typeface="Arial"/>
                <a:ea typeface="Arial"/>
                <a:cs typeface="Arial"/>
              </a:defRPr>
            </a:lvl6pPr>
            <a:lvl7pPr algn="ctr">
              <a:defRPr sz="1875" b="0">
                <a:solidFill>
                  <a:srgbClr val="183044"/>
                </a:solidFill>
                <a:latin typeface="Arial"/>
                <a:ea typeface="Arial"/>
                <a:cs typeface="Arial"/>
              </a:defRPr>
            </a:lvl7pPr>
            <a:lvl8pPr algn="ctr">
              <a:defRPr sz="1875" b="0">
                <a:solidFill>
                  <a:srgbClr val="183044"/>
                </a:solidFill>
                <a:latin typeface="Arial"/>
                <a:ea typeface="Arial"/>
                <a:cs typeface="Arial"/>
              </a:defRPr>
            </a:lvl8pPr>
            <a:lvl9pPr algn="ctr">
              <a:defRPr sz="1875" b="0">
                <a:solidFill>
                  <a:srgbClr val="183044"/>
                </a:solidFill>
                <a:latin typeface="Arial"/>
                <a:ea typeface="Arial"/>
                <a:cs typeface="Arial"/>
              </a:defRPr>
            </a:lvl9pPr>
          </a:lstStyle>
          <a:p xmlns:a="http://schemas.openxmlformats.org/drawingml/2006/main">
            <a:pPr algn="ctr">
              <a:defRPr sz="1875" b="0">
                <a:solidFill>
                  <a:srgbClr val="183044"/>
                </a:solidFill>
                <a:latin typeface="Arial"/>
                <a:ea typeface="Arial"/>
                <a:cs typeface="Arial"/>
              </a:defRPr>
            </a:pPr>
            <a:r>
              <a:rPr sz="1875" b="0">
                <a:solidFill>
                  <a:srgbClr val="183044"/>
                </a:solidFill>
                <a:latin typeface="Arial"/>
                <a:ea typeface="Arial"/>
                <a:cs typeface="Arial"/>
              </a:rPr>
              <a:t>Simulated timer</a:t>
            </a:r>
          </a:p>
          <a:p xmlns:a="http://schemas.openxmlformats.org/drawingml/2006/main">
            <a:pPr algn="ctr">
              <a:defRPr sz="1875" b="0">
                <a:solidFill>
                  <a:srgbClr val="183044"/>
                </a:solidFill>
                <a:latin typeface="Arial"/>
                <a:ea typeface="Arial"/>
                <a:cs typeface="Arial"/>
              </a:defRPr>
            </a:pPr>
            <a:r>
              <a:rPr sz="1875" b="0">
                <a:solidFill>
                  <a:srgbClr val="183044"/>
                </a:solidFill>
                <a:latin typeface="Arial"/>
                <a:ea typeface="Arial"/>
                <a:cs typeface="Arial"/>
              </a:rPr>
              <a:t>1,000 cycles / tick</a:t>
            </a:r>
          </a:p>
        </p:txBody>
      </p:sp>
      <p:sp>
        <p:nvSpPr>
          <p:cNvPr id="5" name="Python buttons Command + IRQ2">
            <a:extLst xmlns:a="http://schemas.openxmlformats.org/drawingml/2006/main">
              <a:ext uri="{FF2B5EF4-FFF2-40B4-BE49-F238E27FC236}">
                <a16:creationId xmlns:a16="http://schemas.microsoft.com/office/drawing/2014/main" id="{DAC6778D-E187-410A-8AFD-8D4370160E70}"/>
              </a:ext>
            </a:extLst>
          </p:cNvPr>
          <p:cNvSpPr>
            <a:spLocks xmlns:a="http://schemas.openxmlformats.org/drawingml/2006/main" noGrp="1"/>
          </p:cNvSpPr>
          <p:nvPr/>
        </p:nvSpPr>
        <p:spPr>
          <a:xfrm xmlns:a="http://schemas.openxmlformats.org/drawingml/2006/main">
            <a:off x="609600" y="4191000"/>
            <a:ext cx="219075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B7C8D3"/>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183044"/>
                </a:solidFill>
                <a:latin typeface="Arial"/>
                <a:ea typeface="Arial"/>
                <a:cs typeface="Arial"/>
              </a:defRPr>
            </a:defPPr>
            <a:lvl1pPr algn="ctr">
              <a:defRPr sz="1875" b="0">
                <a:solidFill>
                  <a:srgbClr val="183044"/>
                </a:solidFill>
                <a:latin typeface="Arial"/>
                <a:ea typeface="Arial"/>
                <a:cs typeface="Arial"/>
              </a:defRPr>
            </a:lvl1pPr>
            <a:lvl2pPr algn="ctr">
              <a:defRPr sz="1875" b="0">
                <a:solidFill>
                  <a:srgbClr val="183044"/>
                </a:solidFill>
                <a:latin typeface="Arial"/>
                <a:ea typeface="Arial"/>
                <a:cs typeface="Arial"/>
              </a:defRPr>
            </a:lvl2pPr>
            <a:lvl3pPr algn="ctr">
              <a:defRPr sz="1875" b="0">
                <a:solidFill>
                  <a:srgbClr val="183044"/>
                </a:solidFill>
                <a:latin typeface="Arial"/>
                <a:ea typeface="Arial"/>
                <a:cs typeface="Arial"/>
              </a:defRPr>
            </a:lvl3pPr>
            <a:lvl4pPr algn="ctr">
              <a:defRPr sz="1875" b="0">
                <a:solidFill>
                  <a:srgbClr val="183044"/>
                </a:solidFill>
                <a:latin typeface="Arial"/>
                <a:ea typeface="Arial"/>
                <a:cs typeface="Arial"/>
              </a:defRPr>
            </a:lvl4pPr>
            <a:lvl5pPr algn="ctr">
              <a:defRPr sz="1875" b="0">
                <a:solidFill>
                  <a:srgbClr val="183044"/>
                </a:solidFill>
                <a:latin typeface="Arial"/>
                <a:ea typeface="Arial"/>
                <a:cs typeface="Arial"/>
              </a:defRPr>
            </a:lvl5pPr>
            <a:lvl6pPr algn="ctr">
              <a:defRPr sz="1875" b="0">
                <a:solidFill>
                  <a:srgbClr val="183044"/>
                </a:solidFill>
                <a:latin typeface="Arial"/>
                <a:ea typeface="Arial"/>
                <a:cs typeface="Arial"/>
              </a:defRPr>
            </a:lvl6pPr>
            <a:lvl7pPr algn="ctr">
              <a:defRPr sz="1875" b="0">
                <a:solidFill>
                  <a:srgbClr val="183044"/>
                </a:solidFill>
                <a:latin typeface="Arial"/>
                <a:ea typeface="Arial"/>
                <a:cs typeface="Arial"/>
              </a:defRPr>
            </a:lvl7pPr>
            <a:lvl8pPr algn="ctr">
              <a:defRPr sz="1875" b="0">
                <a:solidFill>
                  <a:srgbClr val="183044"/>
                </a:solidFill>
                <a:latin typeface="Arial"/>
                <a:ea typeface="Arial"/>
                <a:cs typeface="Arial"/>
              </a:defRPr>
            </a:lvl8pPr>
            <a:lvl9pPr algn="ctr">
              <a:defRPr sz="1875" b="0">
                <a:solidFill>
                  <a:srgbClr val="183044"/>
                </a:solidFill>
                <a:latin typeface="Arial"/>
                <a:ea typeface="Arial"/>
                <a:cs typeface="Arial"/>
              </a:defRPr>
            </a:lvl9pPr>
          </a:lstStyle>
          <a:p xmlns:a="http://schemas.openxmlformats.org/drawingml/2006/main">
            <a:pPr algn="ctr">
              <a:defRPr sz="1875" b="0">
                <a:solidFill>
                  <a:srgbClr val="183044"/>
                </a:solidFill>
                <a:latin typeface="Arial"/>
                <a:ea typeface="Arial"/>
                <a:cs typeface="Arial"/>
              </a:defRPr>
            </a:pPr>
            <a:r>
              <a:rPr sz="1875" b="0">
                <a:solidFill>
                  <a:srgbClr val="183044"/>
                </a:solidFill>
                <a:latin typeface="Arial"/>
                <a:ea typeface="Arial"/>
                <a:cs typeface="Arial"/>
              </a:rPr>
              <a:t>Python buttons</a:t>
            </a:r>
          </a:p>
          <a:p xmlns:a="http://schemas.openxmlformats.org/drawingml/2006/main">
            <a:pPr algn="ctr">
              <a:defRPr sz="1875" b="0">
                <a:solidFill>
                  <a:srgbClr val="183044"/>
                </a:solidFill>
                <a:latin typeface="Arial"/>
                <a:ea typeface="Arial"/>
                <a:cs typeface="Arial"/>
              </a:defRPr>
            </a:pPr>
            <a:r>
              <a:rPr sz="1875" b="0">
                <a:solidFill>
                  <a:srgbClr val="183044"/>
                </a:solidFill>
                <a:latin typeface="Arial"/>
                <a:ea typeface="Arial"/>
                <a:cs typeface="Arial"/>
              </a:rPr>
              <a:t>Command + IRQ2</a:t>
            </a:r>
          </a:p>
        </p:txBody>
      </p:sp>
      <p:sp>
        <p:nvSpPr>
          <p:cNvPr id="6" name="INT0 handler Increment if running">
            <a:extLst xmlns:a="http://schemas.openxmlformats.org/drawingml/2006/main">
              <a:ext uri="{FF2B5EF4-FFF2-40B4-BE49-F238E27FC236}">
                <a16:creationId xmlns:a16="http://schemas.microsoft.com/office/drawing/2014/main" id="{7A508F04-995C-48D8-A903-2AF4A64C558B}"/>
              </a:ext>
            </a:extLst>
          </p:cNvPr>
          <p:cNvSpPr>
            <a:spLocks xmlns:a="http://schemas.openxmlformats.org/drawingml/2006/main" noGrp="1"/>
          </p:cNvSpPr>
          <p:nvPr/>
        </p:nvSpPr>
        <p:spPr>
          <a:xfrm xmlns:a="http://schemas.openxmlformats.org/drawingml/2006/main">
            <a:off x="3562350" y="2428875"/>
            <a:ext cx="2476500" cy="1095375"/>
          </a:xfrm>
          <a:prstGeom xmlns:a="http://schemas.openxmlformats.org/drawingml/2006/main" prst="rect">
            <a:avLst/>
          </a:prstGeom>
          <a:solidFill xmlns:a="http://schemas.openxmlformats.org/drawingml/2006/main">
            <a:srgbClr val="E6F4F2"/>
          </a:solidFill>
          <a:ln xmlns:a="http://schemas.openxmlformats.org/drawingml/2006/main" w="14288">
            <a:solidFill>
              <a:srgbClr val="B7C8D3"/>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183044"/>
                </a:solidFill>
                <a:latin typeface="Arial"/>
                <a:ea typeface="Arial"/>
                <a:cs typeface="Arial"/>
              </a:defRPr>
            </a:defPPr>
            <a:lvl1pPr algn="ctr">
              <a:defRPr sz="1875" b="0">
                <a:solidFill>
                  <a:srgbClr val="183044"/>
                </a:solidFill>
                <a:latin typeface="Arial"/>
                <a:ea typeface="Arial"/>
                <a:cs typeface="Arial"/>
              </a:defRPr>
            </a:lvl1pPr>
            <a:lvl2pPr algn="ctr">
              <a:defRPr sz="1875" b="0">
                <a:solidFill>
                  <a:srgbClr val="183044"/>
                </a:solidFill>
                <a:latin typeface="Arial"/>
                <a:ea typeface="Arial"/>
                <a:cs typeface="Arial"/>
              </a:defRPr>
            </a:lvl2pPr>
            <a:lvl3pPr algn="ctr">
              <a:defRPr sz="1875" b="0">
                <a:solidFill>
                  <a:srgbClr val="183044"/>
                </a:solidFill>
                <a:latin typeface="Arial"/>
                <a:ea typeface="Arial"/>
                <a:cs typeface="Arial"/>
              </a:defRPr>
            </a:lvl3pPr>
            <a:lvl4pPr algn="ctr">
              <a:defRPr sz="1875" b="0">
                <a:solidFill>
                  <a:srgbClr val="183044"/>
                </a:solidFill>
                <a:latin typeface="Arial"/>
                <a:ea typeface="Arial"/>
                <a:cs typeface="Arial"/>
              </a:defRPr>
            </a:lvl4pPr>
            <a:lvl5pPr algn="ctr">
              <a:defRPr sz="1875" b="0">
                <a:solidFill>
                  <a:srgbClr val="183044"/>
                </a:solidFill>
                <a:latin typeface="Arial"/>
                <a:ea typeface="Arial"/>
                <a:cs typeface="Arial"/>
              </a:defRPr>
            </a:lvl5pPr>
            <a:lvl6pPr algn="ctr">
              <a:defRPr sz="1875" b="0">
                <a:solidFill>
                  <a:srgbClr val="183044"/>
                </a:solidFill>
                <a:latin typeface="Arial"/>
                <a:ea typeface="Arial"/>
                <a:cs typeface="Arial"/>
              </a:defRPr>
            </a:lvl6pPr>
            <a:lvl7pPr algn="ctr">
              <a:defRPr sz="1875" b="0">
                <a:solidFill>
                  <a:srgbClr val="183044"/>
                </a:solidFill>
                <a:latin typeface="Arial"/>
                <a:ea typeface="Arial"/>
                <a:cs typeface="Arial"/>
              </a:defRPr>
            </a:lvl7pPr>
            <a:lvl8pPr algn="ctr">
              <a:defRPr sz="1875" b="0">
                <a:solidFill>
                  <a:srgbClr val="183044"/>
                </a:solidFill>
                <a:latin typeface="Arial"/>
                <a:ea typeface="Arial"/>
                <a:cs typeface="Arial"/>
              </a:defRPr>
            </a:lvl8pPr>
            <a:lvl9pPr algn="ctr">
              <a:defRPr sz="1875" b="0">
                <a:solidFill>
                  <a:srgbClr val="183044"/>
                </a:solidFill>
                <a:latin typeface="Arial"/>
                <a:ea typeface="Arial"/>
                <a:cs typeface="Arial"/>
              </a:defRPr>
            </a:lvl9pPr>
          </a:lstStyle>
          <a:p xmlns:a="http://schemas.openxmlformats.org/drawingml/2006/main">
            <a:pPr algn="ctr">
              <a:defRPr sz="1875" b="0">
                <a:solidFill>
                  <a:srgbClr val="183044"/>
                </a:solidFill>
                <a:latin typeface="Arial"/>
                <a:ea typeface="Arial"/>
                <a:cs typeface="Arial"/>
              </a:defRPr>
            </a:pPr>
            <a:r>
              <a:rPr sz="1875" b="0">
                <a:solidFill>
                  <a:srgbClr val="183044"/>
                </a:solidFill>
                <a:latin typeface="Arial"/>
                <a:ea typeface="Arial"/>
                <a:cs typeface="Arial"/>
              </a:rPr>
              <a:t>INT0 handler</a:t>
            </a:r>
          </a:p>
          <a:p xmlns:a="http://schemas.openxmlformats.org/drawingml/2006/main">
            <a:pPr algn="ctr">
              <a:defRPr sz="1875" b="0">
                <a:solidFill>
                  <a:srgbClr val="183044"/>
                </a:solidFill>
                <a:latin typeface="Arial"/>
                <a:ea typeface="Arial"/>
                <a:cs typeface="Arial"/>
              </a:defRPr>
            </a:pPr>
            <a:r>
              <a:rPr sz="1875" b="0">
                <a:solidFill>
                  <a:srgbClr val="183044"/>
                </a:solidFill>
                <a:latin typeface="Arial"/>
                <a:ea typeface="Arial"/>
                <a:cs typeface="Arial"/>
              </a:rPr>
              <a:t>Increment if running</a:t>
            </a:r>
          </a:p>
        </p:txBody>
      </p:sp>
      <p:sp>
        <p:nvSpPr>
          <p:cNvPr id="7" name="INT2 handler Start, lap, reset">
            <a:extLst xmlns:a="http://schemas.openxmlformats.org/drawingml/2006/main">
              <a:ext uri="{FF2B5EF4-FFF2-40B4-BE49-F238E27FC236}">
                <a16:creationId xmlns:a16="http://schemas.microsoft.com/office/drawing/2014/main" id="{ACEBB6AD-2117-4313-81F5-890383644F8F}"/>
              </a:ext>
            </a:extLst>
          </p:cNvPr>
          <p:cNvSpPr>
            <a:spLocks xmlns:a="http://schemas.openxmlformats.org/drawingml/2006/main" noGrp="1"/>
          </p:cNvSpPr>
          <p:nvPr/>
        </p:nvSpPr>
        <p:spPr>
          <a:xfrm xmlns:a="http://schemas.openxmlformats.org/drawingml/2006/main">
            <a:off x="3562350" y="4191000"/>
            <a:ext cx="2476500" cy="1095375"/>
          </a:xfrm>
          <a:prstGeom xmlns:a="http://schemas.openxmlformats.org/drawingml/2006/main" prst="rect">
            <a:avLst/>
          </a:prstGeom>
          <a:solidFill xmlns:a="http://schemas.openxmlformats.org/drawingml/2006/main">
            <a:srgbClr val="E6F4F2"/>
          </a:solidFill>
          <a:ln xmlns:a="http://schemas.openxmlformats.org/drawingml/2006/main" w="14288">
            <a:solidFill>
              <a:srgbClr val="B7C8D3"/>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183044"/>
                </a:solidFill>
                <a:latin typeface="Arial"/>
                <a:ea typeface="Arial"/>
                <a:cs typeface="Arial"/>
              </a:defRPr>
            </a:defPPr>
            <a:lvl1pPr algn="ctr">
              <a:defRPr sz="1875" b="0">
                <a:solidFill>
                  <a:srgbClr val="183044"/>
                </a:solidFill>
                <a:latin typeface="Arial"/>
                <a:ea typeface="Arial"/>
                <a:cs typeface="Arial"/>
              </a:defRPr>
            </a:lvl1pPr>
            <a:lvl2pPr algn="ctr">
              <a:defRPr sz="1875" b="0">
                <a:solidFill>
                  <a:srgbClr val="183044"/>
                </a:solidFill>
                <a:latin typeface="Arial"/>
                <a:ea typeface="Arial"/>
                <a:cs typeface="Arial"/>
              </a:defRPr>
            </a:lvl2pPr>
            <a:lvl3pPr algn="ctr">
              <a:defRPr sz="1875" b="0">
                <a:solidFill>
                  <a:srgbClr val="183044"/>
                </a:solidFill>
                <a:latin typeface="Arial"/>
                <a:ea typeface="Arial"/>
                <a:cs typeface="Arial"/>
              </a:defRPr>
            </a:lvl3pPr>
            <a:lvl4pPr algn="ctr">
              <a:defRPr sz="1875" b="0">
                <a:solidFill>
                  <a:srgbClr val="183044"/>
                </a:solidFill>
                <a:latin typeface="Arial"/>
                <a:ea typeface="Arial"/>
                <a:cs typeface="Arial"/>
              </a:defRPr>
            </a:lvl4pPr>
            <a:lvl5pPr algn="ctr">
              <a:defRPr sz="1875" b="0">
                <a:solidFill>
                  <a:srgbClr val="183044"/>
                </a:solidFill>
                <a:latin typeface="Arial"/>
                <a:ea typeface="Arial"/>
                <a:cs typeface="Arial"/>
              </a:defRPr>
            </a:lvl5pPr>
            <a:lvl6pPr algn="ctr">
              <a:defRPr sz="1875" b="0">
                <a:solidFill>
                  <a:srgbClr val="183044"/>
                </a:solidFill>
                <a:latin typeface="Arial"/>
                <a:ea typeface="Arial"/>
                <a:cs typeface="Arial"/>
              </a:defRPr>
            </a:lvl6pPr>
            <a:lvl7pPr algn="ctr">
              <a:defRPr sz="1875" b="0">
                <a:solidFill>
                  <a:srgbClr val="183044"/>
                </a:solidFill>
                <a:latin typeface="Arial"/>
                <a:ea typeface="Arial"/>
                <a:cs typeface="Arial"/>
              </a:defRPr>
            </a:lvl7pPr>
            <a:lvl8pPr algn="ctr">
              <a:defRPr sz="1875" b="0">
                <a:solidFill>
                  <a:srgbClr val="183044"/>
                </a:solidFill>
                <a:latin typeface="Arial"/>
                <a:ea typeface="Arial"/>
                <a:cs typeface="Arial"/>
              </a:defRPr>
            </a:lvl8pPr>
            <a:lvl9pPr algn="ctr">
              <a:defRPr sz="1875" b="0">
                <a:solidFill>
                  <a:srgbClr val="183044"/>
                </a:solidFill>
                <a:latin typeface="Arial"/>
                <a:ea typeface="Arial"/>
                <a:cs typeface="Arial"/>
              </a:defRPr>
            </a:lvl9pPr>
          </a:lstStyle>
          <a:p xmlns:a="http://schemas.openxmlformats.org/drawingml/2006/main">
            <a:pPr algn="ctr">
              <a:defRPr sz="1875" b="0">
                <a:solidFill>
                  <a:srgbClr val="183044"/>
                </a:solidFill>
                <a:latin typeface="Arial"/>
                <a:ea typeface="Arial"/>
                <a:cs typeface="Arial"/>
              </a:defRPr>
            </a:pPr>
            <a:r>
              <a:rPr sz="1875" b="0">
                <a:solidFill>
                  <a:srgbClr val="183044"/>
                </a:solidFill>
                <a:latin typeface="Arial"/>
                <a:ea typeface="Arial"/>
                <a:cs typeface="Arial"/>
              </a:rPr>
              <a:t>INT2 handler</a:t>
            </a:r>
          </a:p>
          <a:p xmlns:a="http://schemas.openxmlformats.org/drawingml/2006/main">
            <a:pPr algn="ctr">
              <a:defRPr sz="1875" b="0">
                <a:solidFill>
                  <a:srgbClr val="183044"/>
                </a:solidFill>
                <a:latin typeface="Arial"/>
                <a:ea typeface="Arial"/>
                <a:cs typeface="Arial"/>
              </a:defRPr>
            </a:pPr>
            <a:r>
              <a:rPr sz="1875" b="0">
                <a:solidFill>
                  <a:srgbClr val="183044"/>
                </a:solidFill>
                <a:latin typeface="Arial"/>
                <a:ea typeface="Arial"/>
                <a:cs typeface="Arial"/>
              </a:rPr>
              <a:t>Start, lap, reset</a:t>
            </a:r>
          </a:p>
        </p:txBody>
      </p:sp>
      <p:sp>
        <p:nvSpPr>
          <p:cNvPr id="8" name="RAM Elapsed ticks">
            <a:extLst xmlns:a="http://schemas.openxmlformats.org/drawingml/2006/main">
              <a:ext uri="{FF2B5EF4-FFF2-40B4-BE49-F238E27FC236}">
                <a16:creationId xmlns:a16="http://schemas.microsoft.com/office/drawing/2014/main" id="{B4A16551-1C21-4233-93B9-4F8717E66C99}"/>
              </a:ext>
            </a:extLst>
          </p:cNvPr>
          <p:cNvSpPr>
            <a:spLocks xmlns:a="http://schemas.openxmlformats.org/drawingml/2006/main" noGrp="1"/>
          </p:cNvSpPr>
          <p:nvPr/>
        </p:nvSpPr>
        <p:spPr>
          <a:xfrm xmlns:a="http://schemas.openxmlformats.org/drawingml/2006/main">
            <a:off x="6800850" y="2428875"/>
            <a:ext cx="219075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B7C8D3"/>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183044"/>
                </a:solidFill>
                <a:latin typeface="Arial"/>
                <a:ea typeface="Arial"/>
                <a:cs typeface="Arial"/>
              </a:defRPr>
            </a:defPPr>
            <a:lvl1pPr algn="ctr">
              <a:defRPr sz="1875" b="0">
                <a:solidFill>
                  <a:srgbClr val="183044"/>
                </a:solidFill>
                <a:latin typeface="Arial"/>
                <a:ea typeface="Arial"/>
                <a:cs typeface="Arial"/>
              </a:defRPr>
            </a:lvl1pPr>
            <a:lvl2pPr algn="ctr">
              <a:defRPr sz="1875" b="0">
                <a:solidFill>
                  <a:srgbClr val="183044"/>
                </a:solidFill>
                <a:latin typeface="Arial"/>
                <a:ea typeface="Arial"/>
                <a:cs typeface="Arial"/>
              </a:defRPr>
            </a:lvl2pPr>
            <a:lvl3pPr algn="ctr">
              <a:defRPr sz="1875" b="0">
                <a:solidFill>
                  <a:srgbClr val="183044"/>
                </a:solidFill>
                <a:latin typeface="Arial"/>
                <a:ea typeface="Arial"/>
                <a:cs typeface="Arial"/>
              </a:defRPr>
            </a:lvl3pPr>
            <a:lvl4pPr algn="ctr">
              <a:defRPr sz="1875" b="0">
                <a:solidFill>
                  <a:srgbClr val="183044"/>
                </a:solidFill>
                <a:latin typeface="Arial"/>
                <a:ea typeface="Arial"/>
                <a:cs typeface="Arial"/>
              </a:defRPr>
            </a:lvl4pPr>
            <a:lvl5pPr algn="ctr">
              <a:defRPr sz="1875" b="0">
                <a:solidFill>
                  <a:srgbClr val="183044"/>
                </a:solidFill>
                <a:latin typeface="Arial"/>
                <a:ea typeface="Arial"/>
                <a:cs typeface="Arial"/>
              </a:defRPr>
            </a:lvl5pPr>
            <a:lvl6pPr algn="ctr">
              <a:defRPr sz="1875" b="0">
                <a:solidFill>
                  <a:srgbClr val="183044"/>
                </a:solidFill>
                <a:latin typeface="Arial"/>
                <a:ea typeface="Arial"/>
                <a:cs typeface="Arial"/>
              </a:defRPr>
            </a:lvl6pPr>
            <a:lvl7pPr algn="ctr">
              <a:defRPr sz="1875" b="0">
                <a:solidFill>
                  <a:srgbClr val="183044"/>
                </a:solidFill>
                <a:latin typeface="Arial"/>
                <a:ea typeface="Arial"/>
                <a:cs typeface="Arial"/>
              </a:defRPr>
            </a:lvl7pPr>
            <a:lvl8pPr algn="ctr">
              <a:defRPr sz="1875" b="0">
                <a:solidFill>
                  <a:srgbClr val="183044"/>
                </a:solidFill>
                <a:latin typeface="Arial"/>
                <a:ea typeface="Arial"/>
                <a:cs typeface="Arial"/>
              </a:defRPr>
            </a:lvl8pPr>
            <a:lvl9pPr algn="ctr">
              <a:defRPr sz="1875" b="0">
                <a:solidFill>
                  <a:srgbClr val="183044"/>
                </a:solidFill>
                <a:latin typeface="Arial"/>
                <a:ea typeface="Arial"/>
                <a:cs typeface="Arial"/>
              </a:defRPr>
            </a:lvl9pPr>
          </a:lstStyle>
          <a:p xmlns:a="http://schemas.openxmlformats.org/drawingml/2006/main">
            <a:pPr algn="ctr">
              <a:defRPr sz="1875" b="0">
                <a:solidFill>
                  <a:srgbClr val="183044"/>
                </a:solidFill>
                <a:latin typeface="Arial"/>
                <a:ea typeface="Arial"/>
                <a:cs typeface="Arial"/>
              </a:defRPr>
            </a:pPr>
            <a:r>
              <a:rPr sz="1875" b="0">
                <a:solidFill>
                  <a:srgbClr val="183044"/>
                </a:solidFill>
                <a:latin typeface="Arial"/>
                <a:ea typeface="Arial"/>
                <a:cs typeface="Arial"/>
              </a:rPr>
              <a:t>RAM</a:t>
            </a:r>
          </a:p>
          <a:p xmlns:a="http://schemas.openxmlformats.org/drawingml/2006/main">
            <a:pPr algn="ctr">
              <a:defRPr sz="1875" b="0">
                <a:solidFill>
                  <a:srgbClr val="183044"/>
                </a:solidFill>
                <a:latin typeface="Arial"/>
                <a:ea typeface="Arial"/>
                <a:cs typeface="Arial"/>
              </a:defRPr>
            </a:pPr>
            <a:r>
              <a:rPr sz="1875" b="0">
                <a:solidFill>
                  <a:srgbClr val="183044"/>
                </a:solidFill>
                <a:latin typeface="Arial"/>
                <a:ea typeface="Arial"/>
                <a:cs typeface="Arial"/>
              </a:rPr>
              <a:t>Elapsed ticks</a:t>
            </a:r>
          </a:p>
        </p:txBody>
      </p:sp>
      <p:sp>
        <p:nvSpPr>
          <p:cNvPr id="9" name="RAM State and laps">
            <a:extLst xmlns:a="http://schemas.openxmlformats.org/drawingml/2006/main">
              <a:ext uri="{FF2B5EF4-FFF2-40B4-BE49-F238E27FC236}">
                <a16:creationId xmlns:a16="http://schemas.microsoft.com/office/drawing/2014/main" id="{A1B38948-0496-4861-86CD-4804ED947F1C}"/>
              </a:ext>
            </a:extLst>
          </p:cNvPr>
          <p:cNvSpPr>
            <a:spLocks xmlns:a="http://schemas.openxmlformats.org/drawingml/2006/main" noGrp="1"/>
          </p:cNvSpPr>
          <p:nvPr/>
        </p:nvSpPr>
        <p:spPr>
          <a:xfrm xmlns:a="http://schemas.openxmlformats.org/drawingml/2006/main">
            <a:off x="6800850" y="4191000"/>
            <a:ext cx="219075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B7C8D3"/>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183044"/>
                </a:solidFill>
                <a:latin typeface="Arial"/>
                <a:ea typeface="Arial"/>
                <a:cs typeface="Arial"/>
              </a:defRPr>
            </a:defPPr>
            <a:lvl1pPr algn="ctr">
              <a:defRPr sz="1875" b="0">
                <a:solidFill>
                  <a:srgbClr val="183044"/>
                </a:solidFill>
                <a:latin typeface="Arial"/>
                <a:ea typeface="Arial"/>
                <a:cs typeface="Arial"/>
              </a:defRPr>
            </a:lvl1pPr>
            <a:lvl2pPr algn="ctr">
              <a:defRPr sz="1875" b="0">
                <a:solidFill>
                  <a:srgbClr val="183044"/>
                </a:solidFill>
                <a:latin typeface="Arial"/>
                <a:ea typeface="Arial"/>
                <a:cs typeface="Arial"/>
              </a:defRPr>
            </a:lvl2pPr>
            <a:lvl3pPr algn="ctr">
              <a:defRPr sz="1875" b="0">
                <a:solidFill>
                  <a:srgbClr val="183044"/>
                </a:solidFill>
                <a:latin typeface="Arial"/>
                <a:ea typeface="Arial"/>
                <a:cs typeface="Arial"/>
              </a:defRPr>
            </a:lvl3pPr>
            <a:lvl4pPr algn="ctr">
              <a:defRPr sz="1875" b="0">
                <a:solidFill>
                  <a:srgbClr val="183044"/>
                </a:solidFill>
                <a:latin typeface="Arial"/>
                <a:ea typeface="Arial"/>
                <a:cs typeface="Arial"/>
              </a:defRPr>
            </a:lvl4pPr>
            <a:lvl5pPr algn="ctr">
              <a:defRPr sz="1875" b="0">
                <a:solidFill>
                  <a:srgbClr val="183044"/>
                </a:solidFill>
                <a:latin typeface="Arial"/>
                <a:ea typeface="Arial"/>
                <a:cs typeface="Arial"/>
              </a:defRPr>
            </a:lvl5pPr>
            <a:lvl6pPr algn="ctr">
              <a:defRPr sz="1875" b="0">
                <a:solidFill>
                  <a:srgbClr val="183044"/>
                </a:solidFill>
                <a:latin typeface="Arial"/>
                <a:ea typeface="Arial"/>
                <a:cs typeface="Arial"/>
              </a:defRPr>
            </a:lvl6pPr>
            <a:lvl7pPr algn="ctr">
              <a:defRPr sz="1875" b="0">
                <a:solidFill>
                  <a:srgbClr val="183044"/>
                </a:solidFill>
                <a:latin typeface="Arial"/>
                <a:ea typeface="Arial"/>
                <a:cs typeface="Arial"/>
              </a:defRPr>
            </a:lvl7pPr>
            <a:lvl8pPr algn="ctr">
              <a:defRPr sz="1875" b="0">
                <a:solidFill>
                  <a:srgbClr val="183044"/>
                </a:solidFill>
                <a:latin typeface="Arial"/>
                <a:ea typeface="Arial"/>
                <a:cs typeface="Arial"/>
              </a:defRPr>
            </a:lvl8pPr>
            <a:lvl9pPr algn="ctr">
              <a:defRPr sz="1875" b="0">
                <a:solidFill>
                  <a:srgbClr val="183044"/>
                </a:solidFill>
                <a:latin typeface="Arial"/>
                <a:ea typeface="Arial"/>
                <a:cs typeface="Arial"/>
              </a:defRPr>
            </a:lvl9pPr>
          </a:lstStyle>
          <a:p xmlns:a="http://schemas.openxmlformats.org/drawingml/2006/main">
            <a:pPr algn="ctr">
              <a:defRPr sz="1875" b="0">
                <a:solidFill>
                  <a:srgbClr val="183044"/>
                </a:solidFill>
                <a:latin typeface="Arial"/>
                <a:ea typeface="Arial"/>
                <a:cs typeface="Arial"/>
              </a:defRPr>
            </a:pPr>
            <a:r>
              <a:rPr sz="1875" b="0">
                <a:solidFill>
                  <a:srgbClr val="183044"/>
                </a:solidFill>
                <a:latin typeface="Arial"/>
                <a:ea typeface="Arial"/>
                <a:cs typeface="Arial"/>
              </a:rPr>
              <a:t>RAM</a:t>
            </a:r>
          </a:p>
          <a:p xmlns:a="http://schemas.openxmlformats.org/drawingml/2006/main">
            <a:pPr algn="ctr">
              <a:defRPr sz="1875" b="0">
                <a:solidFill>
                  <a:srgbClr val="183044"/>
                </a:solidFill>
                <a:latin typeface="Arial"/>
                <a:ea typeface="Arial"/>
                <a:cs typeface="Arial"/>
              </a:defRPr>
            </a:pPr>
            <a:r>
              <a:rPr sz="1875" b="0">
                <a:solidFill>
                  <a:srgbClr val="183044"/>
                </a:solidFill>
                <a:latin typeface="Arial"/>
                <a:ea typeface="Arial"/>
                <a:cs typeface="Arial"/>
              </a:rPr>
              <a:t>State and laps</a:t>
            </a:r>
          </a:p>
        </p:txBody>
      </p:sp>
      <p:sp>
        <p:nvSpPr>
          <p:cNvPr id="10" name="Python display  Reads RAM">
            <a:extLst xmlns:a="http://schemas.openxmlformats.org/drawingml/2006/main">
              <a:ext uri="{FF2B5EF4-FFF2-40B4-BE49-F238E27FC236}">
                <a16:creationId xmlns:a16="http://schemas.microsoft.com/office/drawing/2014/main" id="{F50457A8-5578-4FB8-88EE-079C3BBFAA2E}"/>
              </a:ext>
            </a:extLst>
          </p:cNvPr>
          <p:cNvSpPr>
            <a:spLocks xmlns:a="http://schemas.openxmlformats.org/drawingml/2006/main" noGrp="1"/>
          </p:cNvSpPr>
          <p:nvPr/>
        </p:nvSpPr>
        <p:spPr>
          <a:xfrm xmlns:a="http://schemas.openxmlformats.org/drawingml/2006/main">
            <a:off x="9753600" y="2952750"/>
            <a:ext cx="1828800" cy="1809750"/>
          </a:xfrm>
          <a:prstGeom xmlns:a="http://schemas.openxmlformats.org/drawingml/2006/main" prst="rect">
            <a:avLst/>
          </a:prstGeom>
          <a:solidFill xmlns:a="http://schemas.openxmlformats.org/drawingml/2006/main">
            <a:srgbClr val="FFFFFF"/>
          </a:solidFill>
          <a:ln xmlns:a="http://schemas.openxmlformats.org/drawingml/2006/main" w="14288">
            <a:solidFill>
              <a:srgbClr val="B7C8D3"/>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183044"/>
                </a:solidFill>
                <a:latin typeface="Arial"/>
                <a:ea typeface="Arial"/>
                <a:cs typeface="Arial"/>
              </a:defRPr>
            </a:defPPr>
            <a:lvl1pPr algn="ctr">
              <a:defRPr sz="1875" b="0">
                <a:solidFill>
                  <a:srgbClr val="183044"/>
                </a:solidFill>
                <a:latin typeface="Arial"/>
                <a:ea typeface="Arial"/>
                <a:cs typeface="Arial"/>
              </a:defRPr>
            </a:lvl1pPr>
            <a:lvl2pPr algn="ctr">
              <a:defRPr sz="1875" b="0">
                <a:solidFill>
                  <a:srgbClr val="183044"/>
                </a:solidFill>
                <a:latin typeface="Arial"/>
                <a:ea typeface="Arial"/>
                <a:cs typeface="Arial"/>
              </a:defRPr>
            </a:lvl2pPr>
            <a:lvl3pPr algn="ctr">
              <a:defRPr sz="1875" b="0">
                <a:solidFill>
                  <a:srgbClr val="183044"/>
                </a:solidFill>
                <a:latin typeface="Arial"/>
                <a:ea typeface="Arial"/>
                <a:cs typeface="Arial"/>
              </a:defRPr>
            </a:lvl3pPr>
            <a:lvl4pPr algn="ctr">
              <a:defRPr sz="1875" b="0">
                <a:solidFill>
                  <a:srgbClr val="183044"/>
                </a:solidFill>
                <a:latin typeface="Arial"/>
                <a:ea typeface="Arial"/>
                <a:cs typeface="Arial"/>
              </a:defRPr>
            </a:lvl4pPr>
            <a:lvl5pPr algn="ctr">
              <a:defRPr sz="1875" b="0">
                <a:solidFill>
                  <a:srgbClr val="183044"/>
                </a:solidFill>
                <a:latin typeface="Arial"/>
                <a:ea typeface="Arial"/>
                <a:cs typeface="Arial"/>
              </a:defRPr>
            </a:lvl5pPr>
            <a:lvl6pPr algn="ctr">
              <a:defRPr sz="1875" b="0">
                <a:solidFill>
                  <a:srgbClr val="183044"/>
                </a:solidFill>
                <a:latin typeface="Arial"/>
                <a:ea typeface="Arial"/>
                <a:cs typeface="Arial"/>
              </a:defRPr>
            </a:lvl6pPr>
            <a:lvl7pPr algn="ctr">
              <a:defRPr sz="1875" b="0">
                <a:solidFill>
                  <a:srgbClr val="183044"/>
                </a:solidFill>
                <a:latin typeface="Arial"/>
                <a:ea typeface="Arial"/>
                <a:cs typeface="Arial"/>
              </a:defRPr>
            </a:lvl7pPr>
            <a:lvl8pPr algn="ctr">
              <a:defRPr sz="1875" b="0">
                <a:solidFill>
                  <a:srgbClr val="183044"/>
                </a:solidFill>
                <a:latin typeface="Arial"/>
                <a:ea typeface="Arial"/>
                <a:cs typeface="Arial"/>
              </a:defRPr>
            </a:lvl8pPr>
            <a:lvl9pPr algn="ctr">
              <a:defRPr sz="1875" b="0">
                <a:solidFill>
                  <a:srgbClr val="183044"/>
                </a:solidFill>
                <a:latin typeface="Arial"/>
                <a:ea typeface="Arial"/>
                <a:cs typeface="Arial"/>
              </a:defRPr>
            </a:lvl9pPr>
          </a:lstStyle>
          <a:p xmlns:a="http://schemas.openxmlformats.org/drawingml/2006/main">
            <a:pPr algn="ctr">
              <a:defRPr sz="1875" b="0">
                <a:solidFill>
                  <a:srgbClr val="183044"/>
                </a:solidFill>
                <a:latin typeface="Arial"/>
                <a:ea typeface="Arial"/>
                <a:cs typeface="Arial"/>
              </a:defRPr>
            </a:pPr>
            <a:r>
              <a:rPr sz="1875" b="0">
                <a:solidFill>
                  <a:srgbClr val="183044"/>
                </a:solidFill>
                <a:latin typeface="Arial"/>
                <a:ea typeface="Arial"/>
                <a:cs typeface="Arial"/>
              </a:rPr>
              <a:t>Python</a:t>
            </a:r>
          </a:p>
          <a:p xmlns:a="http://schemas.openxmlformats.org/drawingml/2006/main">
            <a:pPr algn="ctr">
              <a:defRPr sz="1875" b="0">
                <a:solidFill>
                  <a:srgbClr val="183044"/>
                </a:solidFill>
                <a:latin typeface="Arial"/>
                <a:ea typeface="Arial"/>
                <a:cs typeface="Arial"/>
              </a:defRPr>
            </a:pPr>
            <a:r>
              <a:rPr sz="1875" b="0">
                <a:solidFill>
                  <a:srgbClr val="183044"/>
                </a:solidFill>
                <a:latin typeface="Arial"/>
                <a:ea typeface="Arial"/>
                <a:cs typeface="Arial"/>
              </a:rPr>
              <a:t>display</a:t>
            </a:r>
          </a:p>
          <a:p xmlns:a="http://schemas.openxmlformats.org/drawingml/2006/main">
            <a:r>
              <a:t/>
            </a:r>
          </a:p>
          <a:p xmlns:a="http://schemas.openxmlformats.org/drawingml/2006/main">
            <a:pPr algn="ctr">
              <a:defRPr sz="1875" b="0">
                <a:solidFill>
                  <a:srgbClr val="183044"/>
                </a:solidFill>
                <a:latin typeface="Arial"/>
                <a:ea typeface="Arial"/>
                <a:cs typeface="Arial"/>
              </a:defRPr>
            </a:pPr>
            <a:r>
              <a:rPr sz="1875" b="0">
                <a:solidFill>
                  <a:srgbClr val="183044"/>
                </a:solidFill>
                <a:latin typeface="Arial"/>
                <a:ea typeface="Arial"/>
                <a:cs typeface="Arial"/>
              </a:rPr>
              <a:t>Reads RAM</a:t>
            </a:r>
          </a:p>
        </p:txBody>
      </p:sp>
      <p:sp>
        <p:nvSpPr>
          <p:cNvPr id="17" name="One timer tick displays as 0.01 seconds.">
            <a:extLst xmlns:a="http://schemas.openxmlformats.org/drawingml/2006/main">
              <a:ext uri="{FF2B5EF4-FFF2-40B4-BE49-F238E27FC236}">
                <a16:creationId xmlns:a16="http://schemas.microsoft.com/office/drawing/2014/main" id="{294A0998-29EF-4D53-8D1A-7F59B451DA65}"/>
              </a:ext>
            </a:extLst>
          </p:cNvPr>
          <p:cNvSpPr>
            <a:spLocks xmlns:a="http://schemas.openxmlformats.org/drawingml/2006/main" noGrp="1"/>
          </p:cNvSpPr>
          <p:nvPr/>
        </p:nvSpPr>
        <p:spPr>
          <a:xfrm xmlns:a="http://schemas.openxmlformats.org/drawingml/2006/main">
            <a:off x="609600" y="572452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087F81"/>
                </a:solidFill>
                <a:latin typeface="Arial"/>
                <a:ea typeface="Arial"/>
                <a:cs typeface="Arial"/>
              </a:defRPr>
            </a:defPPr>
            <a:lvl1pPr algn="l">
              <a:defRPr sz="2025" b="1">
                <a:solidFill>
                  <a:srgbClr val="087F81"/>
                </a:solidFill>
                <a:latin typeface="Arial"/>
                <a:ea typeface="Arial"/>
                <a:cs typeface="Arial"/>
              </a:defRPr>
            </a:lvl1pPr>
            <a:lvl2pPr algn="l">
              <a:defRPr sz="2025" b="1">
                <a:solidFill>
                  <a:srgbClr val="087F81"/>
                </a:solidFill>
                <a:latin typeface="Arial"/>
                <a:ea typeface="Arial"/>
                <a:cs typeface="Arial"/>
              </a:defRPr>
            </a:lvl2pPr>
            <a:lvl3pPr algn="l">
              <a:defRPr sz="2025" b="1">
                <a:solidFill>
                  <a:srgbClr val="087F81"/>
                </a:solidFill>
                <a:latin typeface="Arial"/>
                <a:ea typeface="Arial"/>
                <a:cs typeface="Arial"/>
              </a:defRPr>
            </a:lvl3pPr>
            <a:lvl4pPr algn="l">
              <a:defRPr sz="2025" b="1">
                <a:solidFill>
                  <a:srgbClr val="087F81"/>
                </a:solidFill>
                <a:latin typeface="Arial"/>
                <a:ea typeface="Arial"/>
                <a:cs typeface="Arial"/>
              </a:defRPr>
            </a:lvl4pPr>
            <a:lvl5pPr algn="l">
              <a:defRPr sz="2025" b="1">
                <a:solidFill>
                  <a:srgbClr val="087F81"/>
                </a:solidFill>
                <a:latin typeface="Arial"/>
                <a:ea typeface="Arial"/>
                <a:cs typeface="Arial"/>
              </a:defRPr>
            </a:lvl5pPr>
            <a:lvl6pPr algn="l">
              <a:defRPr sz="2025" b="1">
                <a:solidFill>
                  <a:srgbClr val="087F81"/>
                </a:solidFill>
                <a:latin typeface="Arial"/>
                <a:ea typeface="Arial"/>
                <a:cs typeface="Arial"/>
              </a:defRPr>
            </a:lvl6pPr>
            <a:lvl7pPr algn="l">
              <a:defRPr sz="2025" b="1">
                <a:solidFill>
                  <a:srgbClr val="087F81"/>
                </a:solidFill>
                <a:latin typeface="Arial"/>
                <a:ea typeface="Arial"/>
                <a:cs typeface="Arial"/>
              </a:defRPr>
            </a:lvl7pPr>
            <a:lvl8pPr algn="l">
              <a:defRPr sz="2025" b="1">
                <a:solidFill>
                  <a:srgbClr val="087F81"/>
                </a:solidFill>
                <a:latin typeface="Arial"/>
                <a:ea typeface="Arial"/>
                <a:cs typeface="Arial"/>
              </a:defRPr>
            </a:lvl8pPr>
            <a:lvl9pPr algn="l">
              <a:defRPr sz="2025" b="1">
                <a:solidFill>
                  <a:srgbClr val="087F81"/>
                </a:solidFill>
                <a:latin typeface="Arial"/>
                <a:ea typeface="Arial"/>
                <a:cs typeface="Arial"/>
              </a:defRPr>
            </a:lvl9pPr>
          </a:lstStyle>
          <a:p xmlns:a="http://schemas.openxmlformats.org/drawingml/2006/main">
            <a:pPr algn="l">
              <a:defRPr sz="2025" b="1">
                <a:solidFill>
                  <a:srgbClr val="087F81"/>
                </a:solidFill>
                <a:latin typeface="Arial"/>
                <a:ea typeface="Arial"/>
                <a:cs typeface="Arial"/>
              </a:defRPr>
            </a:pPr>
            <a:r>
              <a:rPr sz="2025" b="1">
                <a:solidFill>
                  <a:srgbClr val="087F81"/>
                </a:solidFill>
                <a:latin typeface="Arial"/>
                <a:ea typeface="Arial"/>
                <a:cs typeface="Arial"/>
              </a:rPr>
              <a:t>One timer tick displays as 0.01 seconds.</a:t>
            </a:r>
          </a:p>
        </p:txBody>
      </p:sp>
    </p:spTree>
    <p:extLst>
      <p:ext uri="{BB962C8B-B14F-4D97-AF65-F5344CB8AC3E}">
        <p14:creationId xmlns:p14="http://schemas.microsoft.com/office/powerpoint/2010/main" val="1121615153"/>
      </p:ext>
    </p:extLst>
  </p:cSld>
</p:sld>
</file>

<file path=ppt/slides/slide4.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5" name="Implementation">
            <a:extLst xmlns:a="http://schemas.openxmlformats.org/drawingml/2006/main">
              <a:ext uri="{FF2B5EF4-FFF2-40B4-BE49-F238E27FC236}">
                <a16:creationId xmlns:a16="http://schemas.microsoft.com/office/drawing/2014/main" id="{44F57C4D-A154-455D-B27B-09F655108A56}"/>
              </a:ext>
            </a:extLst>
          </p:cNvPr>
          <p:cNvSpPr>
            <a:spLocks xmlns:a="http://schemas.openxmlformats.org/drawingml/2006/main" noGrp="1"/>
          </p:cNvSpPr>
          <p:nvPr/>
        </p:nvSpPr>
        <p:spPr>
          <a:xfrm xmlns:a="http://schemas.openxmlformats.org/drawingml/2006/main">
            <a:off x="609600" y="495300"/>
            <a:ext cx="10858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450" b="1">
                <a:solidFill>
                  <a:srgbClr val="13263A"/>
                </a:solidFill>
                <a:latin typeface="Arial"/>
                <a:ea typeface="Arial"/>
                <a:cs typeface="Arial"/>
              </a:defRPr>
            </a:defPPr>
            <a:lvl1pPr algn="l">
              <a:defRPr sz="3450" b="1">
                <a:solidFill>
                  <a:srgbClr val="13263A"/>
                </a:solidFill>
                <a:latin typeface="Arial"/>
                <a:ea typeface="Arial"/>
                <a:cs typeface="Arial"/>
              </a:defRPr>
            </a:lvl1pPr>
            <a:lvl2pPr algn="l">
              <a:defRPr sz="3450" b="1">
                <a:solidFill>
                  <a:srgbClr val="13263A"/>
                </a:solidFill>
                <a:latin typeface="Arial"/>
                <a:ea typeface="Arial"/>
                <a:cs typeface="Arial"/>
              </a:defRPr>
            </a:lvl2pPr>
            <a:lvl3pPr algn="l">
              <a:defRPr sz="3450" b="1">
                <a:solidFill>
                  <a:srgbClr val="13263A"/>
                </a:solidFill>
                <a:latin typeface="Arial"/>
                <a:ea typeface="Arial"/>
                <a:cs typeface="Arial"/>
              </a:defRPr>
            </a:lvl3pPr>
            <a:lvl4pPr algn="l">
              <a:defRPr sz="3450" b="1">
                <a:solidFill>
                  <a:srgbClr val="13263A"/>
                </a:solidFill>
                <a:latin typeface="Arial"/>
                <a:ea typeface="Arial"/>
                <a:cs typeface="Arial"/>
              </a:defRPr>
            </a:lvl4pPr>
            <a:lvl5pPr algn="l">
              <a:defRPr sz="3450" b="1">
                <a:solidFill>
                  <a:srgbClr val="13263A"/>
                </a:solidFill>
                <a:latin typeface="Arial"/>
                <a:ea typeface="Arial"/>
                <a:cs typeface="Arial"/>
              </a:defRPr>
            </a:lvl5pPr>
            <a:lvl6pPr algn="l">
              <a:defRPr sz="3450" b="1">
                <a:solidFill>
                  <a:srgbClr val="13263A"/>
                </a:solidFill>
                <a:latin typeface="Arial"/>
                <a:ea typeface="Arial"/>
                <a:cs typeface="Arial"/>
              </a:defRPr>
            </a:lvl6pPr>
            <a:lvl7pPr algn="l">
              <a:defRPr sz="3450" b="1">
                <a:solidFill>
                  <a:srgbClr val="13263A"/>
                </a:solidFill>
                <a:latin typeface="Arial"/>
                <a:ea typeface="Arial"/>
                <a:cs typeface="Arial"/>
              </a:defRPr>
            </a:lvl7pPr>
            <a:lvl8pPr algn="l">
              <a:defRPr sz="3450" b="1">
                <a:solidFill>
                  <a:srgbClr val="13263A"/>
                </a:solidFill>
                <a:latin typeface="Arial"/>
                <a:ea typeface="Arial"/>
                <a:cs typeface="Arial"/>
              </a:defRPr>
            </a:lvl8pPr>
            <a:lvl9pPr algn="l">
              <a:defRPr sz="3450" b="1">
                <a:solidFill>
                  <a:srgbClr val="13263A"/>
                </a:solidFill>
                <a:latin typeface="Arial"/>
                <a:ea typeface="Arial"/>
                <a:cs typeface="Arial"/>
              </a:defRPr>
            </a:lvl9pPr>
          </a:lstStyle>
          <a:p xmlns:a="http://schemas.openxmlformats.org/drawingml/2006/main">
            <a:pPr algn="l">
              <a:defRPr sz="3450" b="1">
                <a:solidFill>
                  <a:srgbClr val="13263A"/>
                </a:solidFill>
                <a:latin typeface="Arial"/>
                <a:ea typeface="Arial"/>
                <a:cs typeface="Arial"/>
              </a:defRPr>
            </a:pPr>
            <a:r>
              <a:rPr sz="3450" b="1">
                <a:solidFill>
                  <a:srgbClr val="13263A"/>
                </a:solidFill>
                <a:latin typeface="Arial"/>
                <a:ea typeface="Arial"/>
                <a:cs typeface="Arial"/>
              </a:rPr>
              <a:t>Implementation</a:t>
            </a:r>
          </a:p>
        </p:txBody>
      </p:sp>
      <p:sp>
        <p:nvSpPr>
          <p:cNvPr id="2" name="04">
            <a:extLst xmlns:a="http://schemas.openxmlformats.org/drawingml/2006/main">
              <a:ext uri="{FF2B5EF4-FFF2-40B4-BE49-F238E27FC236}">
                <a16:creationId xmlns:a16="http://schemas.microsoft.com/office/drawing/2014/main" id="{EA564525-7007-437B-A73C-79747ECB99D5}"/>
              </a:ext>
            </a:extLst>
          </p:cNvPr>
          <p:cNvSpPr>
            <a:spLocks xmlns:a="http://schemas.openxmlformats.org/drawingml/2006/main" noGrp="1"/>
          </p:cNvSpPr>
          <p:nvPr/>
        </p:nvSpPr>
        <p:spPr>
          <a:xfrm xmlns:a="http://schemas.openxmlformats.org/drawingml/2006/main">
            <a:off x="11049000" y="61912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66B7B"/>
                </a:solidFill>
                <a:latin typeface="Arial"/>
                <a:ea typeface="Arial"/>
                <a:cs typeface="Arial"/>
              </a:defRPr>
            </a:defPPr>
            <a:lvl1pPr algn="r">
              <a:defRPr sz="1350" b="0">
                <a:solidFill>
                  <a:srgbClr val="566B7B"/>
                </a:solidFill>
                <a:latin typeface="Arial"/>
                <a:ea typeface="Arial"/>
                <a:cs typeface="Arial"/>
              </a:defRPr>
            </a:lvl1pPr>
            <a:lvl2pPr algn="r">
              <a:defRPr sz="1350" b="0">
                <a:solidFill>
                  <a:srgbClr val="566B7B"/>
                </a:solidFill>
                <a:latin typeface="Arial"/>
                <a:ea typeface="Arial"/>
                <a:cs typeface="Arial"/>
              </a:defRPr>
            </a:lvl2pPr>
            <a:lvl3pPr algn="r">
              <a:defRPr sz="1350" b="0">
                <a:solidFill>
                  <a:srgbClr val="566B7B"/>
                </a:solidFill>
                <a:latin typeface="Arial"/>
                <a:ea typeface="Arial"/>
                <a:cs typeface="Arial"/>
              </a:defRPr>
            </a:lvl3pPr>
            <a:lvl4pPr algn="r">
              <a:defRPr sz="1350" b="0">
                <a:solidFill>
                  <a:srgbClr val="566B7B"/>
                </a:solidFill>
                <a:latin typeface="Arial"/>
                <a:ea typeface="Arial"/>
                <a:cs typeface="Arial"/>
              </a:defRPr>
            </a:lvl4pPr>
            <a:lvl5pPr algn="r">
              <a:defRPr sz="1350" b="0">
                <a:solidFill>
                  <a:srgbClr val="566B7B"/>
                </a:solidFill>
                <a:latin typeface="Arial"/>
                <a:ea typeface="Arial"/>
                <a:cs typeface="Arial"/>
              </a:defRPr>
            </a:lvl5pPr>
            <a:lvl6pPr algn="r">
              <a:defRPr sz="1350" b="0">
                <a:solidFill>
                  <a:srgbClr val="566B7B"/>
                </a:solidFill>
                <a:latin typeface="Arial"/>
                <a:ea typeface="Arial"/>
                <a:cs typeface="Arial"/>
              </a:defRPr>
            </a:lvl6pPr>
            <a:lvl7pPr algn="r">
              <a:defRPr sz="1350" b="0">
                <a:solidFill>
                  <a:srgbClr val="566B7B"/>
                </a:solidFill>
                <a:latin typeface="Arial"/>
                <a:ea typeface="Arial"/>
                <a:cs typeface="Arial"/>
              </a:defRPr>
            </a:lvl7pPr>
            <a:lvl8pPr algn="r">
              <a:defRPr sz="1350" b="0">
                <a:solidFill>
                  <a:srgbClr val="566B7B"/>
                </a:solidFill>
                <a:latin typeface="Arial"/>
                <a:ea typeface="Arial"/>
                <a:cs typeface="Arial"/>
              </a:defRPr>
            </a:lvl8pPr>
            <a:lvl9pPr algn="r">
              <a:defRPr sz="1350" b="0">
                <a:solidFill>
                  <a:srgbClr val="566B7B"/>
                </a:solidFill>
                <a:latin typeface="Arial"/>
                <a:ea typeface="Arial"/>
                <a:cs typeface="Arial"/>
              </a:defRPr>
            </a:lvl9pPr>
          </a:lstStyle>
          <a:p xmlns:a="http://schemas.openxmlformats.org/drawingml/2006/main">
            <a:pPr algn="r">
              <a:defRPr sz="1350" b="0">
                <a:solidFill>
                  <a:srgbClr val="566B7B"/>
                </a:solidFill>
                <a:latin typeface="Arial"/>
                <a:ea typeface="Arial"/>
                <a:cs typeface="Arial"/>
              </a:defRPr>
            </a:pPr>
            <a:r>
              <a:rPr sz="1350" b="0">
                <a:solidFill>
                  <a:srgbClr val="566B7B"/>
                </a:solidFill>
                <a:latin typeface="Arial"/>
                <a:ea typeface="Arial"/>
                <a:cs typeface="Arial"/>
              </a:rPr>
              <a:t>04</a:t>
            </a:r>
          </a:p>
        </p:txBody>
      </p:sp>
      <p:sp>
        <p:nvSpPr>
          <p:cNvPr id="3" name="01">
            <a:extLst xmlns:a="http://schemas.openxmlformats.org/drawingml/2006/main">
              <a:ext uri="{FF2B5EF4-FFF2-40B4-BE49-F238E27FC236}">
                <a16:creationId xmlns:a16="http://schemas.microsoft.com/office/drawing/2014/main" id="{C2FAE743-0853-4736-B44C-69400ED3EAC9}"/>
              </a:ext>
            </a:extLst>
          </p:cNvPr>
          <p:cNvSpPr>
            <a:spLocks xmlns:a="http://schemas.openxmlformats.org/drawingml/2006/main" noGrp="1"/>
          </p:cNvSpPr>
          <p:nvPr/>
        </p:nvSpPr>
        <p:spPr>
          <a:xfrm xmlns:a="http://schemas.openxmlformats.org/drawingml/2006/main">
            <a:off x="609600" y="1962150"/>
            <a:ext cx="628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850" b="1">
                <a:solidFill>
                  <a:srgbClr val="087F81"/>
                </a:solidFill>
                <a:latin typeface="Arial"/>
                <a:ea typeface="Arial"/>
                <a:cs typeface="Arial"/>
              </a:defRPr>
            </a:defPPr>
            <a:lvl1pPr algn="l">
              <a:defRPr sz="2850" b="1">
                <a:solidFill>
                  <a:srgbClr val="087F81"/>
                </a:solidFill>
                <a:latin typeface="Arial"/>
                <a:ea typeface="Arial"/>
                <a:cs typeface="Arial"/>
              </a:defRPr>
            </a:lvl1pPr>
            <a:lvl2pPr algn="l">
              <a:defRPr sz="2850" b="1">
                <a:solidFill>
                  <a:srgbClr val="087F81"/>
                </a:solidFill>
                <a:latin typeface="Arial"/>
                <a:ea typeface="Arial"/>
                <a:cs typeface="Arial"/>
              </a:defRPr>
            </a:lvl2pPr>
            <a:lvl3pPr algn="l">
              <a:defRPr sz="2850" b="1">
                <a:solidFill>
                  <a:srgbClr val="087F81"/>
                </a:solidFill>
                <a:latin typeface="Arial"/>
                <a:ea typeface="Arial"/>
                <a:cs typeface="Arial"/>
              </a:defRPr>
            </a:lvl3pPr>
            <a:lvl4pPr algn="l">
              <a:defRPr sz="2850" b="1">
                <a:solidFill>
                  <a:srgbClr val="087F81"/>
                </a:solidFill>
                <a:latin typeface="Arial"/>
                <a:ea typeface="Arial"/>
                <a:cs typeface="Arial"/>
              </a:defRPr>
            </a:lvl4pPr>
            <a:lvl5pPr algn="l">
              <a:defRPr sz="2850" b="1">
                <a:solidFill>
                  <a:srgbClr val="087F81"/>
                </a:solidFill>
                <a:latin typeface="Arial"/>
                <a:ea typeface="Arial"/>
                <a:cs typeface="Arial"/>
              </a:defRPr>
            </a:lvl5pPr>
            <a:lvl6pPr algn="l">
              <a:defRPr sz="2850" b="1">
                <a:solidFill>
                  <a:srgbClr val="087F81"/>
                </a:solidFill>
                <a:latin typeface="Arial"/>
                <a:ea typeface="Arial"/>
                <a:cs typeface="Arial"/>
              </a:defRPr>
            </a:lvl6pPr>
            <a:lvl7pPr algn="l">
              <a:defRPr sz="2850" b="1">
                <a:solidFill>
                  <a:srgbClr val="087F81"/>
                </a:solidFill>
                <a:latin typeface="Arial"/>
                <a:ea typeface="Arial"/>
                <a:cs typeface="Arial"/>
              </a:defRPr>
            </a:lvl7pPr>
            <a:lvl8pPr algn="l">
              <a:defRPr sz="2850" b="1">
                <a:solidFill>
                  <a:srgbClr val="087F81"/>
                </a:solidFill>
                <a:latin typeface="Arial"/>
                <a:ea typeface="Arial"/>
                <a:cs typeface="Arial"/>
              </a:defRPr>
            </a:lvl8pPr>
            <a:lvl9pPr algn="l">
              <a:defRPr sz="2850" b="1">
                <a:solidFill>
                  <a:srgbClr val="087F81"/>
                </a:solidFill>
                <a:latin typeface="Arial"/>
                <a:ea typeface="Arial"/>
                <a:cs typeface="Arial"/>
              </a:defRPr>
            </a:lvl9pPr>
          </a:lstStyle>
          <a:p xmlns:a="http://schemas.openxmlformats.org/drawingml/2006/main">
            <a:pPr algn="l">
              <a:defRPr sz="2850" b="1">
                <a:solidFill>
                  <a:srgbClr val="087F81"/>
                </a:solidFill>
                <a:latin typeface="Arial"/>
                <a:ea typeface="Arial"/>
                <a:cs typeface="Arial"/>
              </a:defRPr>
            </a:pPr>
            <a:r>
              <a:rPr sz="2850" b="1">
                <a:solidFill>
                  <a:srgbClr val="087F81"/>
                </a:solidFill>
                <a:latin typeface="Arial"/>
                <a:ea typeface="Arial"/>
                <a:cs typeface="Arial"/>
              </a:rPr>
              <a:t>01</a:t>
            </a:r>
          </a:p>
        </p:txBody>
      </p:sp>
      <p:sp>
        <p:nvSpPr>
          <p:cNvPr id="4" name="Initialize the CPU">
            <a:extLst xmlns:a="http://schemas.openxmlformats.org/drawingml/2006/main">
              <a:ext uri="{FF2B5EF4-FFF2-40B4-BE49-F238E27FC236}">
                <a16:creationId xmlns:a16="http://schemas.microsoft.com/office/drawing/2014/main" id="{215DB42E-FBE4-4193-9C56-7A2B00B40536}"/>
              </a:ext>
            </a:extLst>
          </p:cNvPr>
          <p:cNvSpPr>
            <a:spLocks xmlns:a="http://schemas.openxmlformats.org/drawingml/2006/main" noGrp="1"/>
          </p:cNvSpPr>
          <p:nvPr/>
        </p:nvSpPr>
        <p:spPr>
          <a:xfrm xmlns:a="http://schemas.openxmlformats.org/drawingml/2006/main">
            <a:off x="1524000" y="1962150"/>
            <a:ext cx="609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325" b="1">
                <a:solidFill>
                  <a:srgbClr val="13263A"/>
                </a:solidFill>
                <a:latin typeface="Arial"/>
                <a:ea typeface="Arial"/>
                <a:cs typeface="Arial"/>
              </a:defRPr>
            </a:defPPr>
            <a:lvl1pPr algn="l">
              <a:defRPr sz="2325" b="1">
                <a:solidFill>
                  <a:srgbClr val="13263A"/>
                </a:solidFill>
                <a:latin typeface="Arial"/>
                <a:ea typeface="Arial"/>
                <a:cs typeface="Arial"/>
              </a:defRPr>
            </a:lvl1pPr>
            <a:lvl2pPr algn="l">
              <a:defRPr sz="2325" b="1">
                <a:solidFill>
                  <a:srgbClr val="13263A"/>
                </a:solidFill>
                <a:latin typeface="Arial"/>
                <a:ea typeface="Arial"/>
                <a:cs typeface="Arial"/>
              </a:defRPr>
            </a:lvl2pPr>
            <a:lvl3pPr algn="l">
              <a:defRPr sz="2325" b="1">
                <a:solidFill>
                  <a:srgbClr val="13263A"/>
                </a:solidFill>
                <a:latin typeface="Arial"/>
                <a:ea typeface="Arial"/>
                <a:cs typeface="Arial"/>
              </a:defRPr>
            </a:lvl3pPr>
            <a:lvl4pPr algn="l">
              <a:defRPr sz="2325" b="1">
                <a:solidFill>
                  <a:srgbClr val="13263A"/>
                </a:solidFill>
                <a:latin typeface="Arial"/>
                <a:ea typeface="Arial"/>
                <a:cs typeface="Arial"/>
              </a:defRPr>
            </a:lvl4pPr>
            <a:lvl5pPr algn="l">
              <a:defRPr sz="2325" b="1">
                <a:solidFill>
                  <a:srgbClr val="13263A"/>
                </a:solidFill>
                <a:latin typeface="Arial"/>
                <a:ea typeface="Arial"/>
                <a:cs typeface="Arial"/>
              </a:defRPr>
            </a:lvl5pPr>
            <a:lvl6pPr algn="l">
              <a:defRPr sz="2325" b="1">
                <a:solidFill>
                  <a:srgbClr val="13263A"/>
                </a:solidFill>
                <a:latin typeface="Arial"/>
                <a:ea typeface="Arial"/>
                <a:cs typeface="Arial"/>
              </a:defRPr>
            </a:lvl6pPr>
            <a:lvl7pPr algn="l">
              <a:defRPr sz="2325" b="1">
                <a:solidFill>
                  <a:srgbClr val="13263A"/>
                </a:solidFill>
                <a:latin typeface="Arial"/>
                <a:ea typeface="Arial"/>
                <a:cs typeface="Arial"/>
              </a:defRPr>
            </a:lvl7pPr>
            <a:lvl8pPr algn="l">
              <a:defRPr sz="2325" b="1">
                <a:solidFill>
                  <a:srgbClr val="13263A"/>
                </a:solidFill>
                <a:latin typeface="Arial"/>
                <a:ea typeface="Arial"/>
                <a:cs typeface="Arial"/>
              </a:defRPr>
            </a:lvl8pPr>
            <a:lvl9pPr algn="l">
              <a:defRPr sz="2325" b="1">
                <a:solidFill>
                  <a:srgbClr val="13263A"/>
                </a:solidFill>
                <a:latin typeface="Arial"/>
                <a:ea typeface="Arial"/>
                <a:cs typeface="Arial"/>
              </a:defRPr>
            </a:lvl9pPr>
          </a:lstStyle>
          <a:p xmlns:a="http://schemas.openxmlformats.org/drawingml/2006/main">
            <a:pPr algn="l">
              <a:defRPr sz="2325" b="1">
                <a:solidFill>
                  <a:srgbClr val="13263A"/>
                </a:solidFill>
                <a:latin typeface="Arial"/>
                <a:ea typeface="Arial"/>
                <a:cs typeface="Arial"/>
              </a:defRPr>
            </a:pPr>
            <a:r>
              <a:rPr sz="2325" b="1">
                <a:solidFill>
                  <a:srgbClr val="13263A"/>
                </a:solidFill>
                <a:latin typeface="Arial"/>
                <a:ea typeface="Arial"/>
                <a:cs typeface="Arial"/>
              </a:rPr>
              <a:t>Initialize the CPU</a:t>
            </a:r>
          </a:p>
        </p:txBody>
      </p:sp>
      <p:sp>
        <p:nvSpPr>
          <p:cNvPr id="5" name="Set the interrupt vectors, stack, timer, and memory.">
            <a:extLst xmlns:a="http://schemas.openxmlformats.org/drawingml/2006/main">
              <a:ext uri="{FF2B5EF4-FFF2-40B4-BE49-F238E27FC236}">
                <a16:creationId xmlns:a16="http://schemas.microsoft.com/office/drawing/2014/main" id="{AA429591-4748-4CCE-9D7E-B3726EEFAC14}"/>
              </a:ext>
            </a:extLst>
          </p:cNvPr>
          <p:cNvSpPr>
            <a:spLocks xmlns:a="http://schemas.openxmlformats.org/drawingml/2006/main" noGrp="1"/>
          </p:cNvSpPr>
          <p:nvPr/>
        </p:nvSpPr>
        <p:spPr>
          <a:xfrm xmlns:a="http://schemas.openxmlformats.org/drawingml/2006/main">
            <a:off x="1524000" y="2457450"/>
            <a:ext cx="6000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83044"/>
                </a:solidFill>
                <a:latin typeface="Arial"/>
                <a:ea typeface="Arial"/>
                <a:cs typeface="Arial"/>
              </a:defRPr>
            </a:defPPr>
            <a:lvl1pPr algn="l">
              <a:defRPr sz="1950" b="0">
                <a:solidFill>
                  <a:srgbClr val="183044"/>
                </a:solidFill>
                <a:latin typeface="Arial"/>
                <a:ea typeface="Arial"/>
                <a:cs typeface="Arial"/>
              </a:defRPr>
            </a:lvl1pPr>
            <a:lvl2pPr algn="l">
              <a:defRPr sz="1950" b="0">
                <a:solidFill>
                  <a:srgbClr val="183044"/>
                </a:solidFill>
                <a:latin typeface="Arial"/>
                <a:ea typeface="Arial"/>
                <a:cs typeface="Arial"/>
              </a:defRPr>
            </a:lvl2pPr>
            <a:lvl3pPr algn="l">
              <a:defRPr sz="1950" b="0">
                <a:solidFill>
                  <a:srgbClr val="183044"/>
                </a:solidFill>
                <a:latin typeface="Arial"/>
                <a:ea typeface="Arial"/>
                <a:cs typeface="Arial"/>
              </a:defRPr>
            </a:lvl3pPr>
            <a:lvl4pPr algn="l">
              <a:defRPr sz="1950" b="0">
                <a:solidFill>
                  <a:srgbClr val="183044"/>
                </a:solidFill>
                <a:latin typeface="Arial"/>
                <a:ea typeface="Arial"/>
                <a:cs typeface="Arial"/>
              </a:defRPr>
            </a:lvl4pPr>
            <a:lvl5pPr algn="l">
              <a:defRPr sz="1950" b="0">
                <a:solidFill>
                  <a:srgbClr val="183044"/>
                </a:solidFill>
                <a:latin typeface="Arial"/>
                <a:ea typeface="Arial"/>
                <a:cs typeface="Arial"/>
              </a:defRPr>
            </a:lvl5pPr>
            <a:lvl6pPr algn="l">
              <a:defRPr sz="1950" b="0">
                <a:solidFill>
                  <a:srgbClr val="183044"/>
                </a:solidFill>
                <a:latin typeface="Arial"/>
                <a:ea typeface="Arial"/>
                <a:cs typeface="Arial"/>
              </a:defRPr>
            </a:lvl6pPr>
            <a:lvl7pPr algn="l">
              <a:defRPr sz="1950" b="0">
                <a:solidFill>
                  <a:srgbClr val="183044"/>
                </a:solidFill>
                <a:latin typeface="Arial"/>
                <a:ea typeface="Arial"/>
                <a:cs typeface="Arial"/>
              </a:defRPr>
            </a:lvl7pPr>
            <a:lvl8pPr algn="l">
              <a:defRPr sz="1950" b="0">
                <a:solidFill>
                  <a:srgbClr val="183044"/>
                </a:solidFill>
                <a:latin typeface="Arial"/>
                <a:ea typeface="Arial"/>
                <a:cs typeface="Arial"/>
              </a:defRPr>
            </a:lvl8pPr>
            <a:lvl9pPr algn="l">
              <a:defRPr sz="1950" b="0">
                <a:solidFill>
                  <a:srgbClr val="183044"/>
                </a:solidFill>
                <a:latin typeface="Arial"/>
                <a:ea typeface="Arial"/>
                <a:cs typeface="Arial"/>
              </a:defRPr>
            </a:lvl9pPr>
          </a:lstStyle>
          <a:p xmlns:a="http://schemas.openxmlformats.org/drawingml/2006/main">
            <a:pPr algn="l">
              <a:defRPr sz="1950" b="0">
                <a:solidFill>
                  <a:srgbClr val="183044"/>
                </a:solidFill>
                <a:latin typeface="Arial"/>
                <a:ea typeface="Arial"/>
                <a:cs typeface="Arial"/>
              </a:defRPr>
            </a:pPr>
            <a:r>
              <a:rPr sz="1950" b="0">
                <a:solidFill>
                  <a:srgbClr val="183044"/>
                </a:solidFill>
                <a:latin typeface="Arial"/>
                <a:ea typeface="Arial"/>
                <a:cs typeface="Arial"/>
              </a:rPr>
              <a:t>Set the interrupt vectors, stack, timer, and memory.</a:t>
            </a:r>
          </a:p>
        </p:txBody>
      </p:sp>
      <p:sp>
        <p:nvSpPr>
          <p:cNvPr id="6" name="02">
            <a:extLst xmlns:a="http://schemas.openxmlformats.org/drawingml/2006/main">
              <a:ext uri="{FF2B5EF4-FFF2-40B4-BE49-F238E27FC236}">
                <a16:creationId xmlns:a16="http://schemas.microsoft.com/office/drawing/2014/main" id="{DB96F99E-ACD6-4831-9B27-E11C2A243C66}"/>
              </a:ext>
            </a:extLst>
          </p:cNvPr>
          <p:cNvSpPr>
            <a:spLocks xmlns:a="http://schemas.openxmlformats.org/drawingml/2006/main" noGrp="1"/>
          </p:cNvSpPr>
          <p:nvPr/>
        </p:nvSpPr>
        <p:spPr>
          <a:xfrm xmlns:a="http://schemas.openxmlformats.org/drawingml/2006/main">
            <a:off x="609600" y="3248025"/>
            <a:ext cx="628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850" b="1">
                <a:solidFill>
                  <a:srgbClr val="087F81"/>
                </a:solidFill>
                <a:latin typeface="Arial"/>
                <a:ea typeface="Arial"/>
                <a:cs typeface="Arial"/>
              </a:defRPr>
            </a:defPPr>
            <a:lvl1pPr algn="l">
              <a:defRPr sz="2850" b="1">
                <a:solidFill>
                  <a:srgbClr val="087F81"/>
                </a:solidFill>
                <a:latin typeface="Arial"/>
                <a:ea typeface="Arial"/>
                <a:cs typeface="Arial"/>
              </a:defRPr>
            </a:lvl1pPr>
            <a:lvl2pPr algn="l">
              <a:defRPr sz="2850" b="1">
                <a:solidFill>
                  <a:srgbClr val="087F81"/>
                </a:solidFill>
                <a:latin typeface="Arial"/>
                <a:ea typeface="Arial"/>
                <a:cs typeface="Arial"/>
              </a:defRPr>
            </a:lvl2pPr>
            <a:lvl3pPr algn="l">
              <a:defRPr sz="2850" b="1">
                <a:solidFill>
                  <a:srgbClr val="087F81"/>
                </a:solidFill>
                <a:latin typeface="Arial"/>
                <a:ea typeface="Arial"/>
                <a:cs typeface="Arial"/>
              </a:defRPr>
            </a:lvl3pPr>
            <a:lvl4pPr algn="l">
              <a:defRPr sz="2850" b="1">
                <a:solidFill>
                  <a:srgbClr val="087F81"/>
                </a:solidFill>
                <a:latin typeface="Arial"/>
                <a:ea typeface="Arial"/>
                <a:cs typeface="Arial"/>
              </a:defRPr>
            </a:lvl4pPr>
            <a:lvl5pPr algn="l">
              <a:defRPr sz="2850" b="1">
                <a:solidFill>
                  <a:srgbClr val="087F81"/>
                </a:solidFill>
                <a:latin typeface="Arial"/>
                <a:ea typeface="Arial"/>
                <a:cs typeface="Arial"/>
              </a:defRPr>
            </a:lvl5pPr>
            <a:lvl6pPr algn="l">
              <a:defRPr sz="2850" b="1">
                <a:solidFill>
                  <a:srgbClr val="087F81"/>
                </a:solidFill>
                <a:latin typeface="Arial"/>
                <a:ea typeface="Arial"/>
                <a:cs typeface="Arial"/>
              </a:defRPr>
            </a:lvl6pPr>
            <a:lvl7pPr algn="l">
              <a:defRPr sz="2850" b="1">
                <a:solidFill>
                  <a:srgbClr val="087F81"/>
                </a:solidFill>
                <a:latin typeface="Arial"/>
                <a:ea typeface="Arial"/>
                <a:cs typeface="Arial"/>
              </a:defRPr>
            </a:lvl7pPr>
            <a:lvl8pPr algn="l">
              <a:defRPr sz="2850" b="1">
                <a:solidFill>
                  <a:srgbClr val="087F81"/>
                </a:solidFill>
                <a:latin typeface="Arial"/>
                <a:ea typeface="Arial"/>
                <a:cs typeface="Arial"/>
              </a:defRPr>
            </a:lvl8pPr>
            <a:lvl9pPr algn="l">
              <a:defRPr sz="2850" b="1">
                <a:solidFill>
                  <a:srgbClr val="087F81"/>
                </a:solidFill>
                <a:latin typeface="Arial"/>
                <a:ea typeface="Arial"/>
                <a:cs typeface="Arial"/>
              </a:defRPr>
            </a:lvl9pPr>
          </a:lstStyle>
          <a:p xmlns:a="http://schemas.openxmlformats.org/drawingml/2006/main">
            <a:pPr algn="l">
              <a:defRPr sz="2850" b="1">
                <a:solidFill>
                  <a:srgbClr val="087F81"/>
                </a:solidFill>
                <a:latin typeface="Arial"/>
                <a:ea typeface="Arial"/>
                <a:cs typeface="Arial"/>
              </a:defRPr>
            </a:pPr>
            <a:r>
              <a:rPr sz="2850" b="1">
                <a:solidFill>
                  <a:srgbClr val="087F81"/>
                </a:solidFill>
                <a:latin typeface="Arial"/>
                <a:ea typeface="Arial"/>
                <a:cs typeface="Arial"/>
              </a:rPr>
              <a:t>02</a:t>
            </a:r>
          </a:p>
        </p:txBody>
      </p:sp>
      <p:sp>
        <p:nvSpPr>
          <p:cNvPr id="7" name="Write the S2 handlers">
            <a:extLst xmlns:a="http://schemas.openxmlformats.org/drawingml/2006/main">
              <a:ext uri="{FF2B5EF4-FFF2-40B4-BE49-F238E27FC236}">
                <a16:creationId xmlns:a16="http://schemas.microsoft.com/office/drawing/2014/main" id="{52C6743B-9727-4A47-AF91-3015C591598E}"/>
              </a:ext>
            </a:extLst>
          </p:cNvPr>
          <p:cNvSpPr>
            <a:spLocks xmlns:a="http://schemas.openxmlformats.org/drawingml/2006/main" noGrp="1"/>
          </p:cNvSpPr>
          <p:nvPr/>
        </p:nvSpPr>
        <p:spPr>
          <a:xfrm xmlns:a="http://schemas.openxmlformats.org/drawingml/2006/main">
            <a:off x="1524000" y="3248025"/>
            <a:ext cx="609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325" b="1">
                <a:solidFill>
                  <a:srgbClr val="13263A"/>
                </a:solidFill>
                <a:latin typeface="Arial"/>
                <a:ea typeface="Arial"/>
                <a:cs typeface="Arial"/>
              </a:defRPr>
            </a:defPPr>
            <a:lvl1pPr algn="l">
              <a:defRPr sz="2325" b="1">
                <a:solidFill>
                  <a:srgbClr val="13263A"/>
                </a:solidFill>
                <a:latin typeface="Arial"/>
                <a:ea typeface="Arial"/>
                <a:cs typeface="Arial"/>
              </a:defRPr>
            </a:lvl1pPr>
            <a:lvl2pPr algn="l">
              <a:defRPr sz="2325" b="1">
                <a:solidFill>
                  <a:srgbClr val="13263A"/>
                </a:solidFill>
                <a:latin typeface="Arial"/>
                <a:ea typeface="Arial"/>
                <a:cs typeface="Arial"/>
              </a:defRPr>
            </a:lvl2pPr>
            <a:lvl3pPr algn="l">
              <a:defRPr sz="2325" b="1">
                <a:solidFill>
                  <a:srgbClr val="13263A"/>
                </a:solidFill>
                <a:latin typeface="Arial"/>
                <a:ea typeface="Arial"/>
                <a:cs typeface="Arial"/>
              </a:defRPr>
            </a:lvl3pPr>
            <a:lvl4pPr algn="l">
              <a:defRPr sz="2325" b="1">
                <a:solidFill>
                  <a:srgbClr val="13263A"/>
                </a:solidFill>
                <a:latin typeface="Arial"/>
                <a:ea typeface="Arial"/>
                <a:cs typeface="Arial"/>
              </a:defRPr>
            </a:lvl4pPr>
            <a:lvl5pPr algn="l">
              <a:defRPr sz="2325" b="1">
                <a:solidFill>
                  <a:srgbClr val="13263A"/>
                </a:solidFill>
                <a:latin typeface="Arial"/>
                <a:ea typeface="Arial"/>
                <a:cs typeface="Arial"/>
              </a:defRPr>
            </a:lvl5pPr>
            <a:lvl6pPr algn="l">
              <a:defRPr sz="2325" b="1">
                <a:solidFill>
                  <a:srgbClr val="13263A"/>
                </a:solidFill>
                <a:latin typeface="Arial"/>
                <a:ea typeface="Arial"/>
                <a:cs typeface="Arial"/>
              </a:defRPr>
            </a:lvl6pPr>
            <a:lvl7pPr algn="l">
              <a:defRPr sz="2325" b="1">
                <a:solidFill>
                  <a:srgbClr val="13263A"/>
                </a:solidFill>
                <a:latin typeface="Arial"/>
                <a:ea typeface="Arial"/>
                <a:cs typeface="Arial"/>
              </a:defRPr>
            </a:lvl7pPr>
            <a:lvl8pPr algn="l">
              <a:defRPr sz="2325" b="1">
                <a:solidFill>
                  <a:srgbClr val="13263A"/>
                </a:solidFill>
                <a:latin typeface="Arial"/>
                <a:ea typeface="Arial"/>
                <a:cs typeface="Arial"/>
              </a:defRPr>
            </a:lvl8pPr>
            <a:lvl9pPr algn="l">
              <a:defRPr sz="2325" b="1">
                <a:solidFill>
                  <a:srgbClr val="13263A"/>
                </a:solidFill>
                <a:latin typeface="Arial"/>
                <a:ea typeface="Arial"/>
                <a:cs typeface="Arial"/>
              </a:defRPr>
            </a:lvl9pPr>
          </a:lstStyle>
          <a:p xmlns:a="http://schemas.openxmlformats.org/drawingml/2006/main">
            <a:pPr algn="l">
              <a:defRPr sz="2325" b="1">
                <a:solidFill>
                  <a:srgbClr val="13263A"/>
                </a:solidFill>
                <a:latin typeface="Arial"/>
                <a:ea typeface="Arial"/>
                <a:cs typeface="Arial"/>
              </a:defRPr>
            </a:pPr>
            <a:r>
              <a:rPr sz="2325" b="1">
                <a:solidFill>
                  <a:srgbClr val="13263A"/>
                </a:solidFill>
                <a:latin typeface="Arial"/>
                <a:ea typeface="Arial"/>
                <a:cs typeface="Arial"/>
              </a:rPr>
              <a:t>Write the S2 handlers</a:t>
            </a:r>
          </a:p>
        </p:txBody>
      </p:sp>
      <p:sp>
        <p:nvSpPr>
          <p:cNvPr id="8" name="Update elapsed ticks and save lap values in RAM.">
            <a:extLst xmlns:a="http://schemas.openxmlformats.org/drawingml/2006/main">
              <a:ext uri="{FF2B5EF4-FFF2-40B4-BE49-F238E27FC236}">
                <a16:creationId xmlns:a16="http://schemas.microsoft.com/office/drawing/2014/main" id="{3322196B-0B6B-4E80-BA53-B953DEFB2EFA}"/>
              </a:ext>
            </a:extLst>
          </p:cNvPr>
          <p:cNvSpPr>
            <a:spLocks xmlns:a="http://schemas.openxmlformats.org/drawingml/2006/main" noGrp="1"/>
          </p:cNvSpPr>
          <p:nvPr/>
        </p:nvSpPr>
        <p:spPr>
          <a:xfrm xmlns:a="http://schemas.openxmlformats.org/drawingml/2006/main">
            <a:off x="1524000" y="3743325"/>
            <a:ext cx="6000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83044"/>
                </a:solidFill>
                <a:latin typeface="Arial"/>
                <a:ea typeface="Arial"/>
                <a:cs typeface="Arial"/>
              </a:defRPr>
            </a:defPPr>
            <a:lvl1pPr algn="l">
              <a:defRPr sz="1950" b="0">
                <a:solidFill>
                  <a:srgbClr val="183044"/>
                </a:solidFill>
                <a:latin typeface="Arial"/>
                <a:ea typeface="Arial"/>
                <a:cs typeface="Arial"/>
              </a:defRPr>
            </a:lvl1pPr>
            <a:lvl2pPr algn="l">
              <a:defRPr sz="1950" b="0">
                <a:solidFill>
                  <a:srgbClr val="183044"/>
                </a:solidFill>
                <a:latin typeface="Arial"/>
                <a:ea typeface="Arial"/>
                <a:cs typeface="Arial"/>
              </a:defRPr>
            </a:lvl2pPr>
            <a:lvl3pPr algn="l">
              <a:defRPr sz="1950" b="0">
                <a:solidFill>
                  <a:srgbClr val="183044"/>
                </a:solidFill>
                <a:latin typeface="Arial"/>
                <a:ea typeface="Arial"/>
                <a:cs typeface="Arial"/>
              </a:defRPr>
            </a:lvl3pPr>
            <a:lvl4pPr algn="l">
              <a:defRPr sz="1950" b="0">
                <a:solidFill>
                  <a:srgbClr val="183044"/>
                </a:solidFill>
                <a:latin typeface="Arial"/>
                <a:ea typeface="Arial"/>
                <a:cs typeface="Arial"/>
              </a:defRPr>
            </a:lvl4pPr>
            <a:lvl5pPr algn="l">
              <a:defRPr sz="1950" b="0">
                <a:solidFill>
                  <a:srgbClr val="183044"/>
                </a:solidFill>
                <a:latin typeface="Arial"/>
                <a:ea typeface="Arial"/>
                <a:cs typeface="Arial"/>
              </a:defRPr>
            </a:lvl5pPr>
            <a:lvl6pPr algn="l">
              <a:defRPr sz="1950" b="0">
                <a:solidFill>
                  <a:srgbClr val="183044"/>
                </a:solidFill>
                <a:latin typeface="Arial"/>
                <a:ea typeface="Arial"/>
                <a:cs typeface="Arial"/>
              </a:defRPr>
            </a:lvl6pPr>
            <a:lvl7pPr algn="l">
              <a:defRPr sz="1950" b="0">
                <a:solidFill>
                  <a:srgbClr val="183044"/>
                </a:solidFill>
                <a:latin typeface="Arial"/>
                <a:ea typeface="Arial"/>
                <a:cs typeface="Arial"/>
              </a:defRPr>
            </a:lvl7pPr>
            <a:lvl8pPr algn="l">
              <a:defRPr sz="1950" b="0">
                <a:solidFill>
                  <a:srgbClr val="183044"/>
                </a:solidFill>
                <a:latin typeface="Arial"/>
                <a:ea typeface="Arial"/>
                <a:cs typeface="Arial"/>
              </a:defRPr>
            </a:lvl8pPr>
            <a:lvl9pPr algn="l">
              <a:defRPr sz="1950" b="0">
                <a:solidFill>
                  <a:srgbClr val="183044"/>
                </a:solidFill>
                <a:latin typeface="Arial"/>
                <a:ea typeface="Arial"/>
                <a:cs typeface="Arial"/>
              </a:defRPr>
            </a:lvl9pPr>
          </a:lstStyle>
          <a:p xmlns:a="http://schemas.openxmlformats.org/drawingml/2006/main">
            <a:pPr algn="l">
              <a:defRPr sz="1950" b="0">
                <a:solidFill>
                  <a:srgbClr val="183044"/>
                </a:solidFill>
                <a:latin typeface="Arial"/>
                <a:ea typeface="Arial"/>
                <a:cs typeface="Arial"/>
              </a:defRPr>
            </a:pPr>
            <a:r>
              <a:rPr sz="1950" b="0">
                <a:solidFill>
                  <a:srgbClr val="183044"/>
                </a:solidFill>
                <a:latin typeface="Arial"/>
                <a:ea typeface="Arial"/>
                <a:cs typeface="Arial"/>
              </a:rPr>
              <a:t>Update elapsed ticks and save lap values in RAM.</a:t>
            </a:r>
          </a:p>
        </p:txBody>
      </p:sp>
      <p:sp>
        <p:nvSpPr>
          <p:cNvPr id="9" name="03">
            <a:extLst xmlns:a="http://schemas.openxmlformats.org/drawingml/2006/main">
              <a:ext uri="{FF2B5EF4-FFF2-40B4-BE49-F238E27FC236}">
                <a16:creationId xmlns:a16="http://schemas.microsoft.com/office/drawing/2014/main" id="{45071B93-FBDE-46AC-B6BB-18D44E846E7B}"/>
              </a:ext>
            </a:extLst>
          </p:cNvPr>
          <p:cNvSpPr>
            <a:spLocks xmlns:a="http://schemas.openxmlformats.org/drawingml/2006/main" noGrp="1"/>
          </p:cNvSpPr>
          <p:nvPr/>
        </p:nvSpPr>
        <p:spPr>
          <a:xfrm xmlns:a="http://schemas.openxmlformats.org/drawingml/2006/main">
            <a:off x="609600" y="4533900"/>
            <a:ext cx="628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850" b="1">
                <a:solidFill>
                  <a:srgbClr val="087F81"/>
                </a:solidFill>
                <a:latin typeface="Arial"/>
                <a:ea typeface="Arial"/>
                <a:cs typeface="Arial"/>
              </a:defRPr>
            </a:defPPr>
            <a:lvl1pPr algn="l">
              <a:defRPr sz="2850" b="1">
                <a:solidFill>
                  <a:srgbClr val="087F81"/>
                </a:solidFill>
                <a:latin typeface="Arial"/>
                <a:ea typeface="Arial"/>
                <a:cs typeface="Arial"/>
              </a:defRPr>
            </a:lvl1pPr>
            <a:lvl2pPr algn="l">
              <a:defRPr sz="2850" b="1">
                <a:solidFill>
                  <a:srgbClr val="087F81"/>
                </a:solidFill>
                <a:latin typeface="Arial"/>
                <a:ea typeface="Arial"/>
                <a:cs typeface="Arial"/>
              </a:defRPr>
            </a:lvl2pPr>
            <a:lvl3pPr algn="l">
              <a:defRPr sz="2850" b="1">
                <a:solidFill>
                  <a:srgbClr val="087F81"/>
                </a:solidFill>
                <a:latin typeface="Arial"/>
                <a:ea typeface="Arial"/>
                <a:cs typeface="Arial"/>
              </a:defRPr>
            </a:lvl3pPr>
            <a:lvl4pPr algn="l">
              <a:defRPr sz="2850" b="1">
                <a:solidFill>
                  <a:srgbClr val="087F81"/>
                </a:solidFill>
                <a:latin typeface="Arial"/>
                <a:ea typeface="Arial"/>
                <a:cs typeface="Arial"/>
              </a:defRPr>
            </a:lvl4pPr>
            <a:lvl5pPr algn="l">
              <a:defRPr sz="2850" b="1">
                <a:solidFill>
                  <a:srgbClr val="087F81"/>
                </a:solidFill>
                <a:latin typeface="Arial"/>
                <a:ea typeface="Arial"/>
                <a:cs typeface="Arial"/>
              </a:defRPr>
            </a:lvl5pPr>
            <a:lvl6pPr algn="l">
              <a:defRPr sz="2850" b="1">
                <a:solidFill>
                  <a:srgbClr val="087F81"/>
                </a:solidFill>
                <a:latin typeface="Arial"/>
                <a:ea typeface="Arial"/>
                <a:cs typeface="Arial"/>
              </a:defRPr>
            </a:lvl6pPr>
            <a:lvl7pPr algn="l">
              <a:defRPr sz="2850" b="1">
                <a:solidFill>
                  <a:srgbClr val="087F81"/>
                </a:solidFill>
                <a:latin typeface="Arial"/>
                <a:ea typeface="Arial"/>
                <a:cs typeface="Arial"/>
              </a:defRPr>
            </a:lvl7pPr>
            <a:lvl8pPr algn="l">
              <a:defRPr sz="2850" b="1">
                <a:solidFill>
                  <a:srgbClr val="087F81"/>
                </a:solidFill>
                <a:latin typeface="Arial"/>
                <a:ea typeface="Arial"/>
                <a:cs typeface="Arial"/>
              </a:defRPr>
            </a:lvl8pPr>
            <a:lvl9pPr algn="l">
              <a:defRPr sz="2850" b="1">
                <a:solidFill>
                  <a:srgbClr val="087F81"/>
                </a:solidFill>
                <a:latin typeface="Arial"/>
                <a:ea typeface="Arial"/>
                <a:cs typeface="Arial"/>
              </a:defRPr>
            </a:lvl9pPr>
          </a:lstStyle>
          <a:p xmlns:a="http://schemas.openxmlformats.org/drawingml/2006/main">
            <a:pPr algn="l">
              <a:defRPr sz="2850" b="1">
                <a:solidFill>
                  <a:srgbClr val="087F81"/>
                </a:solidFill>
                <a:latin typeface="Arial"/>
                <a:ea typeface="Arial"/>
                <a:cs typeface="Arial"/>
              </a:defRPr>
            </a:pPr>
            <a:r>
              <a:rPr sz="2850" b="1">
                <a:solidFill>
                  <a:srgbClr val="087F81"/>
                </a:solidFill>
                <a:latin typeface="Arial"/>
                <a:ea typeface="Arial"/>
                <a:cs typeface="Arial"/>
              </a:rPr>
              <a:t>03</a:t>
            </a:r>
          </a:p>
        </p:txBody>
      </p:sp>
      <p:sp>
        <p:nvSpPr>
          <p:cNvPr id="10" name="Build and verify">
            <a:extLst xmlns:a="http://schemas.openxmlformats.org/drawingml/2006/main">
              <a:ext uri="{FF2B5EF4-FFF2-40B4-BE49-F238E27FC236}">
                <a16:creationId xmlns:a16="http://schemas.microsoft.com/office/drawing/2014/main" id="{00801092-B0C8-40CA-8B3D-C45C49BA37E4}"/>
              </a:ext>
            </a:extLst>
          </p:cNvPr>
          <p:cNvSpPr>
            <a:spLocks xmlns:a="http://schemas.openxmlformats.org/drawingml/2006/main" noGrp="1"/>
          </p:cNvSpPr>
          <p:nvPr/>
        </p:nvSpPr>
        <p:spPr>
          <a:xfrm xmlns:a="http://schemas.openxmlformats.org/drawingml/2006/main">
            <a:off x="1524000" y="4533900"/>
            <a:ext cx="609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325" b="1">
                <a:solidFill>
                  <a:srgbClr val="13263A"/>
                </a:solidFill>
                <a:latin typeface="Arial"/>
                <a:ea typeface="Arial"/>
                <a:cs typeface="Arial"/>
              </a:defRPr>
            </a:defPPr>
            <a:lvl1pPr algn="l">
              <a:defRPr sz="2325" b="1">
                <a:solidFill>
                  <a:srgbClr val="13263A"/>
                </a:solidFill>
                <a:latin typeface="Arial"/>
                <a:ea typeface="Arial"/>
                <a:cs typeface="Arial"/>
              </a:defRPr>
            </a:lvl1pPr>
            <a:lvl2pPr algn="l">
              <a:defRPr sz="2325" b="1">
                <a:solidFill>
                  <a:srgbClr val="13263A"/>
                </a:solidFill>
                <a:latin typeface="Arial"/>
                <a:ea typeface="Arial"/>
                <a:cs typeface="Arial"/>
              </a:defRPr>
            </a:lvl2pPr>
            <a:lvl3pPr algn="l">
              <a:defRPr sz="2325" b="1">
                <a:solidFill>
                  <a:srgbClr val="13263A"/>
                </a:solidFill>
                <a:latin typeface="Arial"/>
                <a:ea typeface="Arial"/>
                <a:cs typeface="Arial"/>
              </a:defRPr>
            </a:lvl3pPr>
            <a:lvl4pPr algn="l">
              <a:defRPr sz="2325" b="1">
                <a:solidFill>
                  <a:srgbClr val="13263A"/>
                </a:solidFill>
                <a:latin typeface="Arial"/>
                <a:ea typeface="Arial"/>
                <a:cs typeface="Arial"/>
              </a:defRPr>
            </a:lvl4pPr>
            <a:lvl5pPr algn="l">
              <a:defRPr sz="2325" b="1">
                <a:solidFill>
                  <a:srgbClr val="13263A"/>
                </a:solidFill>
                <a:latin typeface="Arial"/>
                <a:ea typeface="Arial"/>
                <a:cs typeface="Arial"/>
              </a:defRPr>
            </a:lvl5pPr>
            <a:lvl6pPr algn="l">
              <a:defRPr sz="2325" b="1">
                <a:solidFill>
                  <a:srgbClr val="13263A"/>
                </a:solidFill>
                <a:latin typeface="Arial"/>
                <a:ea typeface="Arial"/>
                <a:cs typeface="Arial"/>
              </a:defRPr>
            </a:lvl6pPr>
            <a:lvl7pPr algn="l">
              <a:defRPr sz="2325" b="1">
                <a:solidFill>
                  <a:srgbClr val="13263A"/>
                </a:solidFill>
                <a:latin typeface="Arial"/>
                <a:ea typeface="Arial"/>
                <a:cs typeface="Arial"/>
              </a:defRPr>
            </a:lvl7pPr>
            <a:lvl8pPr algn="l">
              <a:defRPr sz="2325" b="1">
                <a:solidFill>
                  <a:srgbClr val="13263A"/>
                </a:solidFill>
                <a:latin typeface="Arial"/>
                <a:ea typeface="Arial"/>
                <a:cs typeface="Arial"/>
              </a:defRPr>
            </a:lvl8pPr>
            <a:lvl9pPr algn="l">
              <a:defRPr sz="2325" b="1">
                <a:solidFill>
                  <a:srgbClr val="13263A"/>
                </a:solidFill>
                <a:latin typeface="Arial"/>
                <a:ea typeface="Arial"/>
                <a:cs typeface="Arial"/>
              </a:defRPr>
            </a:lvl9pPr>
          </a:lstStyle>
          <a:p xmlns:a="http://schemas.openxmlformats.org/drawingml/2006/main">
            <a:pPr algn="l">
              <a:defRPr sz="2325" b="1">
                <a:solidFill>
                  <a:srgbClr val="13263A"/>
                </a:solidFill>
                <a:latin typeface="Arial"/>
                <a:ea typeface="Arial"/>
                <a:cs typeface="Arial"/>
              </a:defRPr>
            </a:pPr>
            <a:r>
              <a:rPr sz="2325" b="1">
                <a:solidFill>
                  <a:srgbClr val="13263A"/>
                </a:solidFill>
                <a:latin typeface="Arial"/>
                <a:ea typeface="Arial"/>
                <a:cs typeface="Arial"/>
              </a:rPr>
              <a:t>Build and verify</a:t>
            </a:r>
          </a:p>
        </p:txBody>
      </p:sp>
      <p:sp>
        <p:nvSpPr>
          <p:cNvPr id="11" name="Assemble the program, run tests, then open the GUI.">
            <a:extLst xmlns:a="http://schemas.openxmlformats.org/drawingml/2006/main">
              <a:ext uri="{FF2B5EF4-FFF2-40B4-BE49-F238E27FC236}">
                <a16:creationId xmlns:a16="http://schemas.microsoft.com/office/drawing/2014/main" id="{D973D319-091C-417E-8658-B8B2F5308DC1}"/>
              </a:ext>
            </a:extLst>
          </p:cNvPr>
          <p:cNvSpPr>
            <a:spLocks xmlns:a="http://schemas.openxmlformats.org/drawingml/2006/main" noGrp="1"/>
          </p:cNvSpPr>
          <p:nvPr/>
        </p:nvSpPr>
        <p:spPr>
          <a:xfrm xmlns:a="http://schemas.openxmlformats.org/drawingml/2006/main">
            <a:off x="1524000" y="5029200"/>
            <a:ext cx="6000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83044"/>
                </a:solidFill>
                <a:latin typeface="Arial"/>
                <a:ea typeface="Arial"/>
                <a:cs typeface="Arial"/>
              </a:defRPr>
            </a:defPPr>
            <a:lvl1pPr algn="l">
              <a:defRPr sz="1950" b="0">
                <a:solidFill>
                  <a:srgbClr val="183044"/>
                </a:solidFill>
                <a:latin typeface="Arial"/>
                <a:ea typeface="Arial"/>
                <a:cs typeface="Arial"/>
              </a:defRPr>
            </a:lvl1pPr>
            <a:lvl2pPr algn="l">
              <a:defRPr sz="1950" b="0">
                <a:solidFill>
                  <a:srgbClr val="183044"/>
                </a:solidFill>
                <a:latin typeface="Arial"/>
                <a:ea typeface="Arial"/>
                <a:cs typeface="Arial"/>
              </a:defRPr>
            </a:lvl2pPr>
            <a:lvl3pPr algn="l">
              <a:defRPr sz="1950" b="0">
                <a:solidFill>
                  <a:srgbClr val="183044"/>
                </a:solidFill>
                <a:latin typeface="Arial"/>
                <a:ea typeface="Arial"/>
                <a:cs typeface="Arial"/>
              </a:defRPr>
            </a:lvl3pPr>
            <a:lvl4pPr algn="l">
              <a:defRPr sz="1950" b="0">
                <a:solidFill>
                  <a:srgbClr val="183044"/>
                </a:solidFill>
                <a:latin typeface="Arial"/>
                <a:ea typeface="Arial"/>
                <a:cs typeface="Arial"/>
              </a:defRPr>
            </a:lvl4pPr>
            <a:lvl5pPr algn="l">
              <a:defRPr sz="1950" b="0">
                <a:solidFill>
                  <a:srgbClr val="183044"/>
                </a:solidFill>
                <a:latin typeface="Arial"/>
                <a:ea typeface="Arial"/>
                <a:cs typeface="Arial"/>
              </a:defRPr>
            </a:lvl5pPr>
            <a:lvl6pPr algn="l">
              <a:defRPr sz="1950" b="0">
                <a:solidFill>
                  <a:srgbClr val="183044"/>
                </a:solidFill>
                <a:latin typeface="Arial"/>
                <a:ea typeface="Arial"/>
                <a:cs typeface="Arial"/>
              </a:defRPr>
            </a:lvl6pPr>
            <a:lvl7pPr algn="l">
              <a:defRPr sz="1950" b="0">
                <a:solidFill>
                  <a:srgbClr val="183044"/>
                </a:solidFill>
                <a:latin typeface="Arial"/>
                <a:ea typeface="Arial"/>
                <a:cs typeface="Arial"/>
              </a:defRPr>
            </a:lvl7pPr>
            <a:lvl8pPr algn="l">
              <a:defRPr sz="1950" b="0">
                <a:solidFill>
                  <a:srgbClr val="183044"/>
                </a:solidFill>
                <a:latin typeface="Arial"/>
                <a:ea typeface="Arial"/>
                <a:cs typeface="Arial"/>
              </a:defRPr>
            </a:lvl8pPr>
            <a:lvl9pPr algn="l">
              <a:defRPr sz="1950" b="0">
                <a:solidFill>
                  <a:srgbClr val="183044"/>
                </a:solidFill>
                <a:latin typeface="Arial"/>
                <a:ea typeface="Arial"/>
                <a:cs typeface="Arial"/>
              </a:defRPr>
            </a:lvl9pPr>
          </a:lstStyle>
          <a:p xmlns:a="http://schemas.openxmlformats.org/drawingml/2006/main">
            <a:pPr algn="l">
              <a:defRPr sz="1950" b="0">
                <a:solidFill>
                  <a:srgbClr val="183044"/>
                </a:solidFill>
                <a:latin typeface="Arial"/>
                <a:ea typeface="Arial"/>
                <a:cs typeface="Arial"/>
              </a:defRPr>
            </a:pPr>
            <a:r>
              <a:rPr sz="1950" b="0">
                <a:solidFill>
                  <a:srgbClr val="183044"/>
                </a:solidFill>
                <a:latin typeface="Arial"/>
                <a:ea typeface="Arial"/>
                <a:cs typeface="Arial"/>
              </a:rPr>
              <a:t>Assemble the program, run tests, then open the GUI.</a:t>
            </a:r>
          </a:p>
        </p:txBody>
      </p:sp>
      <p:sp>
        <p:nvSpPr>
          <p:cNvPr id="12" name="Run in the stopwatch folder">
            <a:extLst xmlns:a="http://schemas.openxmlformats.org/drawingml/2006/main">
              <a:ext uri="{FF2B5EF4-FFF2-40B4-BE49-F238E27FC236}">
                <a16:creationId xmlns:a16="http://schemas.microsoft.com/office/drawing/2014/main" id="{3040B5B6-97FE-4E7B-87F2-0AA15228C827}"/>
              </a:ext>
            </a:extLst>
          </p:cNvPr>
          <p:cNvSpPr>
            <a:spLocks xmlns:a="http://schemas.openxmlformats.org/drawingml/2006/main" noGrp="1"/>
          </p:cNvSpPr>
          <p:nvPr/>
        </p:nvSpPr>
        <p:spPr>
          <a:xfrm xmlns:a="http://schemas.openxmlformats.org/drawingml/2006/main">
            <a:off x="8096250" y="1990725"/>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566B7B"/>
                </a:solidFill>
                <a:latin typeface="Arial"/>
                <a:ea typeface="Arial"/>
                <a:cs typeface="Arial"/>
              </a:defRPr>
            </a:defPPr>
            <a:lvl1pPr algn="l">
              <a:defRPr sz="1875" b="0">
                <a:solidFill>
                  <a:srgbClr val="566B7B"/>
                </a:solidFill>
                <a:latin typeface="Arial"/>
                <a:ea typeface="Arial"/>
                <a:cs typeface="Arial"/>
              </a:defRPr>
            </a:lvl1pPr>
            <a:lvl2pPr algn="l">
              <a:defRPr sz="1875" b="0">
                <a:solidFill>
                  <a:srgbClr val="566B7B"/>
                </a:solidFill>
                <a:latin typeface="Arial"/>
                <a:ea typeface="Arial"/>
                <a:cs typeface="Arial"/>
              </a:defRPr>
            </a:lvl2pPr>
            <a:lvl3pPr algn="l">
              <a:defRPr sz="1875" b="0">
                <a:solidFill>
                  <a:srgbClr val="566B7B"/>
                </a:solidFill>
                <a:latin typeface="Arial"/>
                <a:ea typeface="Arial"/>
                <a:cs typeface="Arial"/>
              </a:defRPr>
            </a:lvl3pPr>
            <a:lvl4pPr algn="l">
              <a:defRPr sz="1875" b="0">
                <a:solidFill>
                  <a:srgbClr val="566B7B"/>
                </a:solidFill>
                <a:latin typeface="Arial"/>
                <a:ea typeface="Arial"/>
                <a:cs typeface="Arial"/>
              </a:defRPr>
            </a:lvl4pPr>
            <a:lvl5pPr algn="l">
              <a:defRPr sz="1875" b="0">
                <a:solidFill>
                  <a:srgbClr val="566B7B"/>
                </a:solidFill>
                <a:latin typeface="Arial"/>
                <a:ea typeface="Arial"/>
                <a:cs typeface="Arial"/>
              </a:defRPr>
            </a:lvl5pPr>
            <a:lvl6pPr algn="l">
              <a:defRPr sz="1875" b="0">
                <a:solidFill>
                  <a:srgbClr val="566B7B"/>
                </a:solidFill>
                <a:latin typeface="Arial"/>
                <a:ea typeface="Arial"/>
                <a:cs typeface="Arial"/>
              </a:defRPr>
            </a:lvl6pPr>
            <a:lvl7pPr algn="l">
              <a:defRPr sz="1875" b="0">
                <a:solidFill>
                  <a:srgbClr val="566B7B"/>
                </a:solidFill>
                <a:latin typeface="Arial"/>
                <a:ea typeface="Arial"/>
                <a:cs typeface="Arial"/>
              </a:defRPr>
            </a:lvl7pPr>
            <a:lvl8pPr algn="l">
              <a:defRPr sz="1875" b="0">
                <a:solidFill>
                  <a:srgbClr val="566B7B"/>
                </a:solidFill>
                <a:latin typeface="Arial"/>
                <a:ea typeface="Arial"/>
                <a:cs typeface="Arial"/>
              </a:defRPr>
            </a:lvl8pPr>
            <a:lvl9pPr algn="l">
              <a:defRPr sz="1875" b="0">
                <a:solidFill>
                  <a:srgbClr val="566B7B"/>
                </a:solidFill>
                <a:latin typeface="Arial"/>
                <a:ea typeface="Arial"/>
                <a:cs typeface="Arial"/>
              </a:defRPr>
            </a:lvl9pPr>
          </a:lstStyle>
          <a:p xmlns:a="http://schemas.openxmlformats.org/drawingml/2006/main">
            <a:pPr algn="l">
              <a:defRPr sz="1875" b="0">
                <a:solidFill>
                  <a:srgbClr val="566B7B"/>
                </a:solidFill>
                <a:latin typeface="Arial"/>
                <a:ea typeface="Arial"/>
                <a:cs typeface="Arial"/>
              </a:defRPr>
            </a:pPr>
            <a:r>
              <a:rPr sz="1875" b="0">
                <a:solidFill>
                  <a:srgbClr val="566B7B"/>
                </a:solidFill>
                <a:latin typeface="Arial"/>
                <a:ea typeface="Arial"/>
                <a:cs typeface="Arial"/>
              </a:rPr>
              <a:t>Run in the stopwatch folder</a:t>
            </a:r>
          </a:p>
        </p:txBody>
      </p:sp>
      <p:sp>
        <p:nvSpPr>
          <p:cNvPr id="13" name="python build.py&#10;python test_stopwatch.py&#10;python simulator.py">
            <a:extLst xmlns:a="http://schemas.openxmlformats.org/drawingml/2006/main">
              <a:ext uri="{FF2B5EF4-FFF2-40B4-BE49-F238E27FC236}">
                <a16:creationId xmlns:a16="http://schemas.microsoft.com/office/drawing/2014/main" id="{2A52DBC6-0662-499A-8FAE-F3474ACF07EF}"/>
              </a:ext>
            </a:extLst>
          </p:cNvPr>
          <p:cNvSpPr>
            <a:spLocks xmlns:a="http://schemas.openxmlformats.org/drawingml/2006/main" noGrp="1"/>
          </p:cNvSpPr>
          <p:nvPr/>
        </p:nvSpPr>
        <p:spPr>
          <a:xfrm xmlns:a="http://schemas.openxmlformats.org/drawingml/2006/main">
            <a:off x="8096250" y="2914650"/>
            <a:ext cx="34861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087F81"/>
                </a:solidFill>
                <a:latin typeface="Arial"/>
                <a:ea typeface="Arial"/>
                <a:cs typeface="Arial"/>
              </a:defRPr>
            </a:defPPr>
            <a:lvl1pPr algn="l">
              <a:defRPr sz="1800" b="0">
                <a:solidFill>
                  <a:srgbClr val="087F81"/>
                </a:solidFill>
                <a:latin typeface="Arial"/>
                <a:ea typeface="Arial"/>
                <a:cs typeface="Arial"/>
              </a:defRPr>
            </a:lvl1pPr>
            <a:lvl2pPr algn="l">
              <a:defRPr sz="1800" b="0">
                <a:solidFill>
                  <a:srgbClr val="087F81"/>
                </a:solidFill>
                <a:latin typeface="Arial"/>
                <a:ea typeface="Arial"/>
                <a:cs typeface="Arial"/>
              </a:defRPr>
            </a:lvl2pPr>
            <a:lvl3pPr algn="l">
              <a:defRPr sz="1800" b="0">
                <a:solidFill>
                  <a:srgbClr val="087F81"/>
                </a:solidFill>
                <a:latin typeface="Arial"/>
                <a:ea typeface="Arial"/>
                <a:cs typeface="Arial"/>
              </a:defRPr>
            </a:lvl3pPr>
            <a:lvl4pPr algn="l">
              <a:defRPr sz="1800" b="0">
                <a:solidFill>
                  <a:srgbClr val="087F81"/>
                </a:solidFill>
                <a:latin typeface="Arial"/>
                <a:ea typeface="Arial"/>
                <a:cs typeface="Arial"/>
              </a:defRPr>
            </a:lvl4pPr>
            <a:lvl5pPr algn="l">
              <a:defRPr sz="1800" b="0">
                <a:solidFill>
                  <a:srgbClr val="087F81"/>
                </a:solidFill>
                <a:latin typeface="Arial"/>
                <a:ea typeface="Arial"/>
                <a:cs typeface="Arial"/>
              </a:defRPr>
            </a:lvl5pPr>
            <a:lvl6pPr algn="l">
              <a:defRPr sz="1800" b="0">
                <a:solidFill>
                  <a:srgbClr val="087F81"/>
                </a:solidFill>
                <a:latin typeface="Arial"/>
                <a:ea typeface="Arial"/>
                <a:cs typeface="Arial"/>
              </a:defRPr>
            </a:lvl6pPr>
            <a:lvl7pPr algn="l">
              <a:defRPr sz="1800" b="0">
                <a:solidFill>
                  <a:srgbClr val="087F81"/>
                </a:solidFill>
                <a:latin typeface="Arial"/>
                <a:ea typeface="Arial"/>
                <a:cs typeface="Arial"/>
              </a:defRPr>
            </a:lvl7pPr>
            <a:lvl8pPr algn="l">
              <a:defRPr sz="1800" b="0">
                <a:solidFill>
                  <a:srgbClr val="087F81"/>
                </a:solidFill>
                <a:latin typeface="Arial"/>
                <a:ea typeface="Arial"/>
                <a:cs typeface="Arial"/>
              </a:defRPr>
            </a:lvl8pPr>
            <a:lvl9pPr algn="l">
              <a:defRPr sz="1800" b="0">
                <a:solidFill>
                  <a:srgbClr val="087F81"/>
                </a:solidFill>
                <a:latin typeface="Arial"/>
                <a:ea typeface="Arial"/>
                <a:cs typeface="Arial"/>
              </a:defRPr>
            </a:lvl9pPr>
          </a:lstStyle>
          <a:p xmlns:a="http://schemas.openxmlformats.org/drawingml/2006/main">
            <a:pPr algn="l">
              <a:defRPr sz="1800" b="0">
                <a:solidFill>
                  <a:srgbClr val="087F81"/>
                </a:solidFill>
                <a:latin typeface="Arial"/>
                <a:ea typeface="Arial"/>
                <a:cs typeface="Arial"/>
              </a:defRPr>
            </a:pPr>
            <a:r>
              <a:rPr sz="1800" b="0">
                <a:solidFill>
                  <a:srgbClr val="087F81"/>
                </a:solidFill>
                <a:latin typeface="Arial"/>
                <a:ea typeface="Arial"/>
                <a:cs typeface="Arial"/>
              </a:rPr>
              <a:t>python build.py</a:t>
            </a:r>
          </a:p>
          <a:p xmlns:a="http://schemas.openxmlformats.org/drawingml/2006/main">
            <a:pPr algn="l">
              <a:defRPr sz="1800" b="0">
                <a:solidFill>
                  <a:srgbClr val="087F81"/>
                </a:solidFill>
                <a:latin typeface="Arial"/>
                <a:ea typeface="Arial"/>
                <a:cs typeface="Arial"/>
              </a:defRPr>
            </a:pPr>
            <a:r>
              <a:rPr sz="1800" b="0">
                <a:solidFill>
                  <a:srgbClr val="087F81"/>
                </a:solidFill>
                <a:latin typeface="Arial"/>
                <a:ea typeface="Arial"/>
                <a:cs typeface="Arial"/>
              </a:rPr>
              <a:t>python test_stopwatch.py</a:t>
            </a:r>
          </a:p>
          <a:p xmlns:a="http://schemas.openxmlformats.org/drawingml/2006/main">
            <a:pPr algn="l">
              <a:defRPr sz="1800" b="0">
                <a:solidFill>
                  <a:srgbClr val="087F81"/>
                </a:solidFill>
                <a:latin typeface="Arial"/>
                <a:ea typeface="Arial"/>
                <a:cs typeface="Arial"/>
              </a:defRPr>
            </a:pPr>
            <a:r>
              <a:rPr sz="1800" b="0">
                <a:solidFill>
                  <a:srgbClr val="087F81"/>
                </a:solidFill>
                <a:latin typeface="Arial"/>
                <a:ea typeface="Arial"/>
                <a:cs typeface="Arial"/>
              </a:rPr>
              <a:t>python simulator.py</a:t>
            </a:r>
          </a:p>
        </p:txBody>
      </p:sp>
      <p:sp>
        <p:nvSpPr>
          <p:cNvPr id="14" name="Lap duration = current timestamp - previous timestamp">
            <a:extLst xmlns:a="http://schemas.openxmlformats.org/drawingml/2006/main">
              <a:ext uri="{FF2B5EF4-FFF2-40B4-BE49-F238E27FC236}">
                <a16:creationId xmlns:a16="http://schemas.microsoft.com/office/drawing/2014/main" id="{D4AF111B-75A6-411A-84FB-FE8B95B5C920}"/>
              </a:ext>
            </a:extLst>
          </p:cNvPr>
          <p:cNvSpPr>
            <a:spLocks xmlns:a="http://schemas.openxmlformats.org/drawingml/2006/main" noGrp="1"/>
          </p:cNvSpPr>
          <p:nvPr/>
        </p:nvSpPr>
        <p:spPr>
          <a:xfrm xmlns:a="http://schemas.openxmlformats.org/drawingml/2006/main">
            <a:off x="1524000" y="5981700"/>
            <a:ext cx="942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566B7B"/>
                </a:solidFill>
                <a:latin typeface="Arial"/>
                <a:ea typeface="Arial"/>
                <a:cs typeface="Arial"/>
              </a:defRPr>
            </a:defPPr>
            <a:lvl1pPr algn="l">
              <a:defRPr sz="1875" b="0">
                <a:solidFill>
                  <a:srgbClr val="566B7B"/>
                </a:solidFill>
                <a:latin typeface="Arial"/>
                <a:ea typeface="Arial"/>
                <a:cs typeface="Arial"/>
              </a:defRPr>
            </a:lvl1pPr>
            <a:lvl2pPr algn="l">
              <a:defRPr sz="1875" b="0">
                <a:solidFill>
                  <a:srgbClr val="566B7B"/>
                </a:solidFill>
                <a:latin typeface="Arial"/>
                <a:ea typeface="Arial"/>
                <a:cs typeface="Arial"/>
              </a:defRPr>
            </a:lvl2pPr>
            <a:lvl3pPr algn="l">
              <a:defRPr sz="1875" b="0">
                <a:solidFill>
                  <a:srgbClr val="566B7B"/>
                </a:solidFill>
                <a:latin typeface="Arial"/>
                <a:ea typeface="Arial"/>
                <a:cs typeface="Arial"/>
              </a:defRPr>
            </a:lvl3pPr>
            <a:lvl4pPr algn="l">
              <a:defRPr sz="1875" b="0">
                <a:solidFill>
                  <a:srgbClr val="566B7B"/>
                </a:solidFill>
                <a:latin typeface="Arial"/>
                <a:ea typeface="Arial"/>
                <a:cs typeface="Arial"/>
              </a:defRPr>
            </a:lvl4pPr>
            <a:lvl5pPr algn="l">
              <a:defRPr sz="1875" b="0">
                <a:solidFill>
                  <a:srgbClr val="566B7B"/>
                </a:solidFill>
                <a:latin typeface="Arial"/>
                <a:ea typeface="Arial"/>
                <a:cs typeface="Arial"/>
              </a:defRPr>
            </a:lvl5pPr>
            <a:lvl6pPr algn="l">
              <a:defRPr sz="1875" b="0">
                <a:solidFill>
                  <a:srgbClr val="566B7B"/>
                </a:solidFill>
                <a:latin typeface="Arial"/>
                <a:ea typeface="Arial"/>
                <a:cs typeface="Arial"/>
              </a:defRPr>
            </a:lvl6pPr>
            <a:lvl7pPr algn="l">
              <a:defRPr sz="1875" b="0">
                <a:solidFill>
                  <a:srgbClr val="566B7B"/>
                </a:solidFill>
                <a:latin typeface="Arial"/>
                <a:ea typeface="Arial"/>
                <a:cs typeface="Arial"/>
              </a:defRPr>
            </a:lvl7pPr>
            <a:lvl8pPr algn="l">
              <a:defRPr sz="1875" b="0">
                <a:solidFill>
                  <a:srgbClr val="566B7B"/>
                </a:solidFill>
                <a:latin typeface="Arial"/>
                <a:ea typeface="Arial"/>
                <a:cs typeface="Arial"/>
              </a:defRPr>
            </a:lvl8pPr>
            <a:lvl9pPr algn="l">
              <a:defRPr sz="1875" b="0">
                <a:solidFill>
                  <a:srgbClr val="566B7B"/>
                </a:solidFill>
                <a:latin typeface="Arial"/>
                <a:ea typeface="Arial"/>
                <a:cs typeface="Arial"/>
              </a:defRPr>
            </a:lvl9pPr>
          </a:lstStyle>
          <a:p xmlns:a="http://schemas.openxmlformats.org/drawingml/2006/main">
            <a:pPr algn="l">
              <a:defRPr sz="1875" b="0">
                <a:solidFill>
                  <a:srgbClr val="566B7B"/>
                </a:solidFill>
                <a:latin typeface="Arial"/>
                <a:ea typeface="Arial"/>
                <a:cs typeface="Arial"/>
              </a:defRPr>
            </a:pPr>
            <a:r>
              <a:rPr sz="1875" b="0">
                <a:solidFill>
                  <a:srgbClr val="566B7B"/>
                </a:solidFill>
                <a:latin typeface="Arial"/>
                <a:ea typeface="Arial"/>
                <a:cs typeface="Arial"/>
              </a:rPr>
              <a:t>Lap duration = current timestamp - previous timestamp</a:t>
            </a:r>
          </a:p>
        </p:txBody>
      </p:sp>
    </p:spTree>
    <p:extLst>
      <p:ext uri="{BB962C8B-B14F-4D97-AF65-F5344CB8AC3E}">
        <p14:creationId xmlns:p14="http://schemas.microsoft.com/office/powerpoint/2010/main" val="1715780298"/>
      </p:ext>
    </p:extLst>
  </p:cSld>
</p:sld>
</file>

<file path=ppt/slides/slide5.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5" name="Problems and solutions">
            <a:extLst xmlns:a="http://schemas.openxmlformats.org/drawingml/2006/main">
              <a:ext uri="{FF2B5EF4-FFF2-40B4-BE49-F238E27FC236}">
                <a16:creationId xmlns:a16="http://schemas.microsoft.com/office/drawing/2014/main" id="{8084457C-920A-4F59-BCCC-88ECF0B25E70}"/>
              </a:ext>
            </a:extLst>
          </p:cNvPr>
          <p:cNvSpPr>
            <a:spLocks xmlns:a="http://schemas.openxmlformats.org/drawingml/2006/main" noGrp="1"/>
          </p:cNvSpPr>
          <p:nvPr/>
        </p:nvSpPr>
        <p:spPr>
          <a:xfrm xmlns:a="http://schemas.openxmlformats.org/drawingml/2006/main">
            <a:off x="609600" y="495300"/>
            <a:ext cx="10858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450" b="1">
                <a:solidFill>
                  <a:srgbClr val="13263A"/>
                </a:solidFill>
                <a:latin typeface="Arial"/>
                <a:ea typeface="Arial"/>
                <a:cs typeface="Arial"/>
              </a:defRPr>
            </a:defPPr>
            <a:lvl1pPr algn="l">
              <a:defRPr sz="3450" b="1">
                <a:solidFill>
                  <a:srgbClr val="13263A"/>
                </a:solidFill>
                <a:latin typeface="Arial"/>
                <a:ea typeface="Arial"/>
                <a:cs typeface="Arial"/>
              </a:defRPr>
            </a:lvl1pPr>
            <a:lvl2pPr algn="l">
              <a:defRPr sz="3450" b="1">
                <a:solidFill>
                  <a:srgbClr val="13263A"/>
                </a:solidFill>
                <a:latin typeface="Arial"/>
                <a:ea typeface="Arial"/>
                <a:cs typeface="Arial"/>
              </a:defRPr>
            </a:lvl2pPr>
            <a:lvl3pPr algn="l">
              <a:defRPr sz="3450" b="1">
                <a:solidFill>
                  <a:srgbClr val="13263A"/>
                </a:solidFill>
                <a:latin typeface="Arial"/>
                <a:ea typeface="Arial"/>
                <a:cs typeface="Arial"/>
              </a:defRPr>
            </a:lvl3pPr>
            <a:lvl4pPr algn="l">
              <a:defRPr sz="3450" b="1">
                <a:solidFill>
                  <a:srgbClr val="13263A"/>
                </a:solidFill>
                <a:latin typeface="Arial"/>
                <a:ea typeface="Arial"/>
                <a:cs typeface="Arial"/>
              </a:defRPr>
            </a:lvl4pPr>
            <a:lvl5pPr algn="l">
              <a:defRPr sz="3450" b="1">
                <a:solidFill>
                  <a:srgbClr val="13263A"/>
                </a:solidFill>
                <a:latin typeface="Arial"/>
                <a:ea typeface="Arial"/>
                <a:cs typeface="Arial"/>
              </a:defRPr>
            </a:lvl5pPr>
            <a:lvl6pPr algn="l">
              <a:defRPr sz="3450" b="1">
                <a:solidFill>
                  <a:srgbClr val="13263A"/>
                </a:solidFill>
                <a:latin typeface="Arial"/>
                <a:ea typeface="Arial"/>
                <a:cs typeface="Arial"/>
              </a:defRPr>
            </a:lvl6pPr>
            <a:lvl7pPr algn="l">
              <a:defRPr sz="3450" b="1">
                <a:solidFill>
                  <a:srgbClr val="13263A"/>
                </a:solidFill>
                <a:latin typeface="Arial"/>
                <a:ea typeface="Arial"/>
                <a:cs typeface="Arial"/>
              </a:defRPr>
            </a:lvl7pPr>
            <a:lvl8pPr algn="l">
              <a:defRPr sz="3450" b="1">
                <a:solidFill>
                  <a:srgbClr val="13263A"/>
                </a:solidFill>
                <a:latin typeface="Arial"/>
                <a:ea typeface="Arial"/>
                <a:cs typeface="Arial"/>
              </a:defRPr>
            </a:lvl8pPr>
            <a:lvl9pPr algn="l">
              <a:defRPr sz="3450" b="1">
                <a:solidFill>
                  <a:srgbClr val="13263A"/>
                </a:solidFill>
                <a:latin typeface="Arial"/>
                <a:ea typeface="Arial"/>
                <a:cs typeface="Arial"/>
              </a:defRPr>
            </a:lvl9pPr>
          </a:lstStyle>
          <a:p xmlns:a="http://schemas.openxmlformats.org/drawingml/2006/main">
            <a:pPr algn="l">
              <a:defRPr sz="3450" b="1">
                <a:solidFill>
                  <a:srgbClr val="13263A"/>
                </a:solidFill>
                <a:latin typeface="Arial"/>
                <a:ea typeface="Arial"/>
                <a:cs typeface="Arial"/>
              </a:defRPr>
            </a:pPr>
            <a:r>
              <a:rPr sz="3450" b="1">
                <a:solidFill>
                  <a:srgbClr val="13263A"/>
                </a:solidFill>
                <a:latin typeface="Arial"/>
                <a:ea typeface="Arial"/>
                <a:cs typeface="Arial"/>
              </a:rPr>
              <a:t>Problems and solutions</a:t>
            </a:r>
          </a:p>
        </p:txBody>
      </p:sp>
      <p:sp>
        <p:nvSpPr>
          <p:cNvPr id="2" name="05">
            <a:extLst xmlns:a="http://schemas.openxmlformats.org/drawingml/2006/main">
              <a:ext uri="{FF2B5EF4-FFF2-40B4-BE49-F238E27FC236}">
                <a16:creationId xmlns:a16="http://schemas.microsoft.com/office/drawing/2014/main" id="{F35FB0AE-799E-4487-8DD8-EA8A0A87C1E1}"/>
              </a:ext>
            </a:extLst>
          </p:cNvPr>
          <p:cNvSpPr>
            <a:spLocks xmlns:a="http://schemas.openxmlformats.org/drawingml/2006/main" noGrp="1"/>
          </p:cNvSpPr>
          <p:nvPr/>
        </p:nvSpPr>
        <p:spPr>
          <a:xfrm xmlns:a="http://schemas.openxmlformats.org/drawingml/2006/main">
            <a:off x="11049000" y="61912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66B7B"/>
                </a:solidFill>
                <a:latin typeface="Arial"/>
                <a:ea typeface="Arial"/>
                <a:cs typeface="Arial"/>
              </a:defRPr>
            </a:defPPr>
            <a:lvl1pPr algn="r">
              <a:defRPr sz="1350" b="0">
                <a:solidFill>
                  <a:srgbClr val="566B7B"/>
                </a:solidFill>
                <a:latin typeface="Arial"/>
                <a:ea typeface="Arial"/>
                <a:cs typeface="Arial"/>
              </a:defRPr>
            </a:lvl1pPr>
            <a:lvl2pPr algn="r">
              <a:defRPr sz="1350" b="0">
                <a:solidFill>
                  <a:srgbClr val="566B7B"/>
                </a:solidFill>
                <a:latin typeface="Arial"/>
                <a:ea typeface="Arial"/>
                <a:cs typeface="Arial"/>
              </a:defRPr>
            </a:lvl2pPr>
            <a:lvl3pPr algn="r">
              <a:defRPr sz="1350" b="0">
                <a:solidFill>
                  <a:srgbClr val="566B7B"/>
                </a:solidFill>
                <a:latin typeface="Arial"/>
                <a:ea typeface="Arial"/>
                <a:cs typeface="Arial"/>
              </a:defRPr>
            </a:lvl3pPr>
            <a:lvl4pPr algn="r">
              <a:defRPr sz="1350" b="0">
                <a:solidFill>
                  <a:srgbClr val="566B7B"/>
                </a:solidFill>
                <a:latin typeface="Arial"/>
                <a:ea typeface="Arial"/>
                <a:cs typeface="Arial"/>
              </a:defRPr>
            </a:lvl4pPr>
            <a:lvl5pPr algn="r">
              <a:defRPr sz="1350" b="0">
                <a:solidFill>
                  <a:srgbClr val="566B7B"/>
                </a:solidFill>
                <a:latin typeface="Arial"/>
                <a:ea typeface="Arial"/>
                <a:cs typeface="Arial"/>
              </a:defRPr>
            </a:lvl5pPr>
            <a:lvl6pPr algn="r">
              <a:defRPr sz="1350" b="0">
                <a:solidFill>
                  <a:srgbClr val="566B7B"/>
                </a:solidFill>
                <a:latin typeface="Arial"/>
                <a:ea typeface="Arial"/>
                <a:cs typeface="Arial"/>
              </a:defRPr>
            </a:lvl6pPr>
            <a:lvl7pPr algn="r">
              <a:defRPr sz="1350" b="0">
                <a:solidFill>
                  <a:srgbClr val="566B7B"/>
                </a:solidFill>
                <a:latin typeface="Arial"/>
                <a:ea typeface="Arial"/>
                <a:cs typeface="Arial"/>
              </a:defRPr>
            </a:lvl7pPr>
            <a:lvl8pPr algn="r">
              <a:defRPr sz="1350" b="0">
                <a:solidFill>
                  <a:srgbClr val="566B7B"/>
                </a:solidFill>
                <a:latin typeface="Arial"/>
                <a:ea typeface="Arial"/>
                <a:cs typeface="Arial"/>
              </a:defRPr>
            </a:lvl8pPr>
            <a:lvl9pPr algn="r">
              <a:defRPr sz="1350" b="0">
                <a:solidFill>
                  <a:srgbClr val="566B7B"/>
                </a:solidFill>
                <a:latin typeface="Arial"/>
                <a:ea typeface="Arial"/>
                <a:cs typeface="Arial"/>
              </a:defRPr>
            </a:lvl9pPr>
          </a:lstStyle>
          <a:p xmlns:a="http://schemas.openxmlformats.org/drawingml/2006/main">
            <a:pPr algn="r">
              <a:defRPr sz="1350" b="0">
                <a:solidFill>
                  <a:srgbClr val="566B7B"/>
                </a:solidFill>
                <a:latin typeface="Arial"/>
                <a:ea typeface="Arial"/>
                <a:cs typeface="Arial"/>
              </a:defRPr>
            </a:pPr>
            <a:r>
              <a:rPr sz="1350" b="0">
                <a:solidFill>
                  <a:srgbClr val="566B7B"/>
                </a:solidFill>
                <a:latin typeface="Arial"/>
                <a:ea typeface="Arial"/>
                <a:cs typeface="Arial"/>
              </a:rPr>
              <a:t>05</a:t>
            </a:r>
          </a:p>
        </p:txBody>
      </p:sp>
      <p:graphicFrame>
        <p:nvGraphicFramePr>
          <p:cNvPr id="3" name="">
            <a:extLst xmlns:a="http://schemas.openxmlformats.org/drawingml/2006/main">
              <a:ext uri="{FF2B5EF4-FFF2-40B4-BE49-F238E27FC236}">
                <a16:creationId xmlns:a16="http://schemas.microsoft.com/office/drawing/2014/main" id="{3550B95E-5FCF-4A85-81AD-71F68022875D}"/>
              </a:ext>
            </a:extLst>
          </p:cNvPr>
          <p:cNvGraphicFramePr/>
          <p:nvPr/>
        </p:nvGraphicFramePr>
        <p:xfrm>
          <a:off xmlns:a="http://schemas.openxmlformats.org/drawingml/2006/main" x="609600" y="1800225"/>
          <a:ext xmlns:a="http://schemas.openxmlformats.org/drawingml/2006/main" cx="10972800" cy="3429000"/>
        </p:xfrm>
        <a:graphic xmlns:a="http://schemas.openxmlformats.org/drawingml/2006/main">
          <a:graphicData uri="http://schemas.openxmlformats.org/drawingml/2006/table">
            <a:tbl>
              <a:tblPr firstRow="1" bandRow="0"/>
              <a:tblGrid>
                <a:gridCol w="3924300"/>
                <a:gridCol w="7048500"/>
              </a:tblGrid>
              <a:tr h="628650">
                <a:tc>
                  <a:txBody>
                    <a:bodyPr/>
                    <a:lstStyle/>
                    <a:p>
                      <a:r>
                        <a:rPr sz="2025" b="1">
                          <a:solidFill>
                            <a:srgbClr val="FFFFFF"/>
                          </a:solidFill>
                          <a:latin typeface="Arial"/>
                          <a:ea typeface="Arial"/>
                          <a:cs typeface="Arial"/>
                        </a:rPr>
                        <a:t>Problem / limit</a:t>
                      </a:r>
                    </a:p>
                  </a:txBody>
                  <a:tcPr marL="171450" marR="171450" marT="142875" marB="142875" anchor="ctr">
                    <a:lnL w="9525">
                      <a:solidFill>
                        <a:srgbClr val="B7C8D3"/>
                      </a:solidFill>
                      <a:prstDash val="solid"/>
                    </a:lnL>
                    <a:lnR w="9525">
                      <a:solidFill>
                        <a:srgbClr val="B7C8D3"/>
                      </a:solidFill>
                      <a:prstDash val="solid"/>
                    </a:lnR>
                    <a:lnT w="9525">
                      <a:solidFill>
                        <a:srgbClr val="B7C8D3"/>
                      </a:solidFill>
                      <a:prstDash val="solid"/>
                    </a:lnT>
                    <a:lnB w="9525">
                      <a:solidFill>
                        <a:srgbClr val="B7C8D3"/>
                      </a:solidFill>
                      <a:prstDash val="solid"/>
                    </a:lnB>
                    <a:solidFill>
                      <a:srgbClr val="13263A"/>
                    </a:solidFill>
                  </a:tcPr>
                </a:tc>
                <a:tc>
                  <a:txBody>
                    <a:bodyPr/>
                    <a:lstStyle/>
                    <a:p>
                      <a:r>
                        <a:rPr sz="2025" b="1">
                          <a:solidFill>
                            <a:srgbClr val="FFFFFF"/>
                          </a:solidFill>
                          <a:latin typeface="Arial"/>
                          <a:ea typeface="Arial"/>
                          <a:cs typeface="Arial"/>
                        </a:rPr>
                        <a:t>Solution or handling</a:t>
                      </a:r>
                    </a:p>
                  </a:txBody>
                  <a:tcPr marL="171450" marR="171450" marT="142875" marB="142875" anchor="ctr">
                    <a:lnR w="9525">
                      <a:solidFill>
                        <a:srgbClr val="B7C8D3"/>
                      </a:solidFill>
                      <a:prstDash val="solid"/>
                    </a:lnR>
                    <a:lnT w="9525">
                      <a:solidFill>
                        <a:srgbClr val="B7C8D3"/>
                      </a:solidFill>
                      <a:prstDash val="solid"/>
                    </a:lnT>
                    <a:lnB w="9525">
                      <a:solidFill>
                        <a:srgbClr val="B7C8D3"/>
                      </a:solidFill>
                      <a:prstDash val="solid"/>
                    </a:lnB>
                    <a:solidFill>
                      <a:srgbClr val="13263A"/>
                    </a:solidFill>
                  </a:tcPr>
                </a:tc>
              </a:tr>
              <a:tr h="933450">
                <a:tc>
                  <a:txBody>
                    <a:bodyPr/>
                    <a:lstStyle/>
                    <a:p>
                      <a:r>
                        <a:rPr sz="1950">
                          <a:solidFill>
                            <a:srgbClr val="183044"/>
                          </a:solidFill>
                          <a:latin typeface="Arial"/>
                          <a:ea typeface="Arial"/>
                          <a:cs typeface="Arial"/>
                        </a:rPr>
                        <a:t>Console input blocks execution</a:t>
                      </a:r>
                    </a:p>
                  </a:txBody>
                  <a:tcPr marL="171450" marR="171450" marT="142875" marB="142875" anchor="ctr">
                    <a:lnL w="9525">
                      <a:solidFill>
                        <a:srgbClr val="B7C8D3"/>
                      </a:solidFill>
                      <a:prstDash val="solid"/>
                    </a:lnL>
                    <a:lnR w="9525">
                      <a:solidFill>
                        <a:srgbClr val="B7C8D3"/>
                      </a:solidFill>
                      <a:prstDash val="solid"/>
                    </a:lnR>
                    <a:lnB w="9525">
                      <a:solidFill>
                        <a:srgbClr val="B7C8D3"/>
                      </a:solidFill>
                      <a:prstDash val="solid"/>
                    </a:lnB>
                    <a:solidFill>
                      <a:srgbClr val="FFFFFF"/>
                    </a:solidFill>
                  </a:tcPr>
                </a:tc>
                <a:tc>
                  <a:txBody>
                    <a:bodyPr/>
                    <a:lstStyle/>
                    <a:p>
                      <a:r>
                        <a:rPr sz="1950">
                          <a:solidFill>
                            <a:srgbClr val="183044"/>
                          </a:solidFill>
                          <a:latin typeface="Arial"/>
                          <a:ea typeface="Arial"/>
                          <a:cs typeface="Arial"/>
                        </a:rPr>
                        <a:t>Use a Python adapter so the CPU keeps running</a:t>
                      </a:r>
                    </a:p>
                    <a:p>
                      <a:r>
                        <a:rPr sz="1950">
                          <a:solidFill>
                            <a:srgbClr val="183044"/>
                          </a:solidFill>
                          <a:latin typeface="Arial"/>
                          <a:ea typeface="Arial"/>
                          <a:cs typeface="Arial"/>
                        </a:rPr>
                        <a:t>while the user presses buttons.</a:t>
                      </a:r>
                    </a:p>
                  </a:txBody>
                  <a:tcPr marL="171450" marR="171450" marT="142875" marB="142875" anchor="ctr">
                    <a:lnR w="9525">
                      <a:solidFill>
                        <a:srgbClr val="B7C8D3"/>
                      </a:solidFill>
                      <a:prstDash val="solid"/>
                    </a:lnR>
                    <a:lnB w="9525">
                      <a:solidFill>
                        <a:srgbClr val="B7C8D3"/>
                      </a:solidFill>
                      <a:prstDash val="solid"/>
                    </a:lnB>
                    <a:solidFill>
                      <a:srgbClr val="FFFFFF"/>
                    </a:solidFill>
                  </a:tcPr>
                </a:tc>
              </a:tr>
              <a:tr h="933450">
                <a:tc>
                  <a:txBody>
                    <a:bodyPr/>
                    <a:lstStyle/>
                    <a:p>
                      <a:r>
                        <a:rPr sz="1950">
                          <a:solidFill>
                            <a:srgbClr val="183044"/>
                          </a:solidFill>
                          <a:latin typeface="Arial"/>
                          <a:ea typeface="Arial"/>
                          <a:cs typeface="Arial"/>
                        </a:rPr>
                        <a:t>RAM has only 10 lap slots</a:t>
                      </a:r>
                    </a:p>
                  </a:txBody>
                  <a:tcPr marL="171450" marR="171450" marT="142875" marB="142875" anchor="ctr">
                    <a:lnL w="9525">
                      <a:solidFill>
                        <a:srgbClr val="B7C8D3"/>
                      </a:solidFill>
                      <a:prstDash val="solid"/>
                    </a:lnL>
                    <a:lnR w="9525">
                      <a:solidFill>
                        <a:srgbClr val="B7C8D3"/>
                      </a:solidFill>
                      <a:prstDash val="solid"/>
                    </a:lnR>
                    <a:lnB w="9525">
                      <a:solidFill>
                        <a:srgbClr val="B7C8D3"/>
                      </a:solidFill>
                      <a:prstDash val="solid"/>
                    </a:lnB>
                    <a:solidFill>
                      <a:srgbClr val="FFFFFF"/>
                    </a:solidFill>
                  </a:tcPr>
                </a:tc>
                <a:tc>
                  <a:txBody>
                    <a:bodyPr/>
                    <a:lstStyle/>
                    <a:p>
                      <a:r>
                        <a:rPr sz="1950">
                          <a:solidFill>
                            <a:srgbClr val="183044"/>
                          </a:solidFill>
                          <a:latin typeface="Arial"/>
                          <a:ea typeface="Arial"/>
                          <a:cs typeface="Arial"/>
                        </a:rPr>
                        <a:t>Check capacity before saving. Keep existing laps</a:t>
                      </a:r>
                    </a:p>
                    <a:p>
                      <a:r>
                        <a:rPr sz="1950">
                          <a:solidFill>
                            <a:srgbClr val="183044"/>
                          </a:solidFill>
                          <a:latin typeface="Arial"/>
                          <a:ea typeface="Arial"/>
                          <a:cs typeface="Arial"/>
                        </a:rPr>
                        <a:t>and use Reset to clear memory.</a:t>
                      </a:r>
                    </a:p>
                  </a:txBody>
                  <a:tcPr marL="171450" marR="171450" marT="142875" marB="142875" anchor="ctr">
                    <a:lnR w="9525">
                      <a:solidFill>
                        <a:srgbClr val="B7C8D3"/>
                      </a:solidFill>
                      <a:prstDash val="solid"/>
                    </a:lnR>
                    <a:lnB w="9525">
                      <a:solidFill>
                        <a:srgbClr val="B7C8D3"/>
                      </a:solidFill>
                      <a:prstDash val="solid"/>
                    </a:lnB>
                    <a:solidFill>
                      <a:srgbClr val="FFFFFF"/>
                    </a:solidFill>
                  </a:tcPr>
                </a:tc>
              </a:tr>
              <a:tr h="933450">
                <a:tc>
                  <a:txBody>
                    <a:bodyPr/>
                    <a:lstStyle/>
                    <a:p>
                      <a:r>
                        <a:rPr sz="1950">
                          <a:solidFill>
                            <a:srgbClr val="183044"/>
                          </a:solidFill>
                          <a:latin typeface="Arial"/>
                          <a:ea typeface="Arial"/>
                          <a:cs typeface="Arial"/>
                        </a:rPr>
                        <a:t>Simulation can lag real time</a:t>
                      </a:r>
                    </a:p>
                  </a:txBody>
                  <a:tcPr marL="171450" marR="171450" marT="142875" marB="142875" anchor="ctr">
                    <a:lnL w="9525">
                      <a:solidFill>
                        <a:srgbClr val="B7C8D3"/>
                      </a:solidFill>
                      <a:prstDash val="solid"/>
                    </a:lnL>
                    <a:lnR w="9525">
                      <a:solidFill>
                        <a:srgbClr val="B7C8D3"/>
                      </a:solidFill>
                      <a:prstDash val="solid"/>
                    </a:lnR>
                    <a:lnB w="9525">
                      <a:solidFill>
                        <a:srgbClr val="B7C8D3"/>
                      </a:solidFill>
                      <a:prstDash val="solid"/>
                    </a:lnB>
                    <a:solidFill>
                      <a:srgbClr val="FFFFFF"/>
                    </a:solidFill>
                  </a:tcPr>
                </a:tc>
                <a:tc>
                  <a:txBody>
                    <a:bodyPr/>
                    <a:lstStyle/>
                    <a:p>
                      <a:r>
                        <a:rPr sz="1950">
                          <a:solidFill>
                            <a:srgbClr val="183044"/>
                          </a:solidFill>
                          <a:latin typeface="Arial"/>
                          <a:ea typeface="Arial"/>
                          <a:cs typeface="Arial"/>
                        </a:rPr>
                        <a:t>Treat 0.01 s ticks as simulated time.</a:t>
                      </a:r>
                    </a:p>
                    <a:p>
                      <a:r>
                        <a:rPr sz="1950">
                          <a:solidFill>
                            <a:srgbClr val="183044"/>
                          </a:solidFill>
                          <a:latin typeface="Arial"/>
                          <a:ea typeface="Arial"/>
                          <a:cs typeface="Arial"/>
                        </a:rPr>
                        <a:t>Host load can affect the display pace.</a:t>
                      </a:r>
                    </a:p>
                  </a:txBody>
                  <a:tcPr marL="171450" marR="171450" marT="142875" marB="142875" anchor="ctr">
                    <a:lnR w="9525">
                      <a:solidFill>
                        <a:srgbClr val="B7C8D3"/>
                      </a:solidFill>
                      <a:prstDash val="solid"/>
                    </a:lnR>
                    <a:lnB w="9525">
                      <a:solidFill>
                        <a:srgbClr val="B7C8D3"/>
                      </a:solidFill>
                      <a:prstDash val="solid"/>
                    </a:lnB>
                    <a:solidFill>
                      <a:srgbClr val="FFFFFF"/>
                    </a:solidFill>
                  </a:tcPr>
                </a:tc>
              </a:tr>
            </a:tbl>
          </a:graphicData>
        </a:graphic>
      </p:graphicFrame>
      <p:sp>
        <p:nvSpPr>
          <p:cNvPr id="4" name="The project demonstrates timer and button interrupts in S2 assembly.">
            <a:extLst xmlns:a="http://schemas.openxmlformats.org/drawingml/2006/main">
              <a:ext uri="{FF2B5EF4-FFF2-40B4-BE49-F238E27FC236}">
                <a16:creationId xmlns:a16="http://schemas.microsoft.com/office/drawing/2014/main" id="{ED1ECE21-CEF6-4A81-92F4-0ABADEF97E59}"/>
              </a:ext>
            </a:extLst>
          </p:cNvPr>
          <p:cNvSpPr>
            <a:spLocks xmlns:a="http://schemas.openxmlformats.org/drawingml/2006/main" noGrp="1"/>
          </p:cNvSpPr>
          <p:nvPr/>
        </p:nvSpPr>
        <p:spPr>
          <a:xfrm xmlns:a="http://schemas.openxmlformats.org/drawingml/2006/main">
            <a:off x="609600" y="5657850"/>
            <a:ext cx="10906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087F81"/>
                </a:solidFill>
                <a:latin typeface="Arial"/>
                <a:ea typeface="Arial"/>
                <a:cs typeface="Arial"/>
              </a:defRPr>
            </a:defPPr>
            <a:lvl1pPr algn="l">
              <a:defRPr sz="2175" b="1">
                <a:solidFill>
                  <a:srgbClr val="087F81"/>
                </a:solidFill>
                <a:latin typeface="Arial"/>
                <a:ea typeface="Arial"/>
                <a:cs typeface="Arial"/>
              </a:defRPr>
            </a:lvl1pPr>
            <a:lvl2pPr algn="l">
              <a:defRPr sz="2175" b="1">
                <a:solidFill>
                  <a:srgbClr val="087F81"/>
                </a:solidFill>
                <a:latin typeface="Arial"/>
                <a:ea typeface="Arial"/>
                <a:cs typeface="Arial"/>
              </a:defRPr>
            </a:lvl2pPr>
            <a:lvl3pPr algn="l">
              <a:defRPr sz="2175" b="1">
                <a:solidFill>
                  <a:srgbClr val="087F81"/>
                </a:solidFill>
                <a:latin typeface="Arial"/>
                <a:ea typeface="Arial"/>
                <a:cs typeface="Arial"/>
              </a:defRPr>
            </a:lvl3pPr>
            <a:lvl4pPr algn="l">
              <a:defRPr sz="2175" b="1">
                <a:solidFill>
                  <a:srgbClr val="087F81"/>
                </a:solidFill>
                <a:latin typeface="Arial"/>
                <a:ea typeface="Arial"/>
                <a:cs typeface="Arial"/>
              </a:defRPr>
            </a:lvl4pPr>
            <a:lvl5pPr algn="l">
              <a:defRPr sz="2175" b="1">
                <a:solidFill>
                  <a:srgbClr val="087F81"/>
                </a:solidFill>
                <a:latin typeface="Arial"/>
                <a:ea typeface="Arial"/>
                <a:cs typeface="Arial"/>
              </a:defRPr>
            </a:lvl5pPr>
            <a:lvl6pPr algn="l">
              <a:defRPr sz="2175" b="1">
                <a:solidFill>
                  <a:srgbClr val="087F81"/>
                </a:solidFill>
                <a:latin typeface="Arial"/>
                <a:ea typeface="Arial"/>
                <a:cs typeface="Arial"/>
              </a:defRPr>
            </a:lvl6pPr>
            <a:lvl7pPr algn="l">
              <a:defRPr sz="2175" b="1">
                <a:solidFill>
                  <a:srgbClr val="087F81"/>
                </a:solidFill>
                <a:latin typeface="Arial"/>
                <a:ea typeface="Arial"/>
                <a:cs typeface="Arial"/>
              </a:defRPr>
            </a:lvl7pPr>
            <a:lvl8pPr algn="l">
              <a:defRPr sz="2175" b="1">
                <a:solidFill>
                  <a:srgbClr val="087F81"/>
                </a:solidFill>
                <a:latin typeface="Arial"/>
                <a:ea typeface="Arial"/>
                <a:cs typeface="Arial"/>
              </a:defRPr>
            </a:lvl8pPr>
            <a:lvl9pPr algn="l">
              <a:defRPr sz="2175" b="1">
                <a:solidFill>
                  <a:srgbClr val="087F81"/>
                </a:solidFill>
                <a:latin typeface="Arial"/>
                <a:ea typeface="Arial"/>
                <a:cs typeface="Arial"/>
              </a:defRPr>
            </a:lvl9pPr>
          </a:lstStyle>
          <a:p xmlns:a="http://schemas.openxmlformats.org/drawingml/2006/main">
            <a:pPr algn="l">
              <a:defRPr sz="2175" b="1">
                <a:solidFill>
                  <a:srgbClr val="087F81"/>
                </a:solidFill>
                <a:latin typeface="Arial"/>
                <a:ea typeface="Arial"/>
                <a:cs typeface="Arial"/>
              </a:defRPr>
            </a:pPr>
            <a:r>
              <a:rPr sz="2175" b="1">
                <a:solidFill>
                  <a:srgbClr val="087F81"/>
                </a:solidFill>
                <a:latin typeface="Arial"/>
                <a:ea typeface="Arial"/>
                <a:cs typeface="Arial"/>
              </a:rPr>
              <a:t>The project demonstrates timer and button interrupts in S2 assembly.</a:t>
            </a:r>
          </a:p>
        </p:txBody>
      </p:sp>
    </p:spTree>
    <p:extLst>
      <p:ext uri="{BB962C8B-B14F-4D97-AF65-F5344CB8AC3E}">
        <p14:creationId xmlns:p14="http://schemas.microsoft.com/office/powerpoint/2010/main" val="429555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2026-10-19T06:13:50.8820000Z</dcterms:created>
  <dcterms:modified xsi:type="dcterms:W3CDTF">2026-10-19T06:13:50.8820000Z</dcterms:modified>
</coreProperties>
</file>